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Palanquin Dark"/>
      <p:regular r:id="rId29"/>
      <p:bold r:id="rId30"/>
    </p:embeddedFont>
    <p:embeddedFont>
      <p:font typeface="Golos Text ExtraBold"/>
      <p:bold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CDFDF3-3EA3-4F09-A952-61861CA144D8}">
  <a:tblStyle styleId="{BECDFDF3-3EA3-4F09-A952-61861CA144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9A05B0A-9650-4265-80C0-7DE3716D6DB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lanquinDar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losTextExtraBold-bold.fntdata"/><Relationship Id="rId30" Type="http://schemas.openxmlformats.org/officeDocument/2006/relationships/font" Target="fonts/PalanquinDark-bold.fntdata"/><Relationship Id="rId11" Type="http://schemas.openxmlformats.org/officeDocument/2006/relationships/slide" Target="slides/slide6.xml"/><Relationship Id="rId33" Type="http://schemas.openxmlformats.org/officeDocument/2006/relationships/font" Target="fonts/DMSans-bold.fntdata"/><Relationship Id="rId10" Type="http://schemas.openxmlformats.org/officeDocument/2006/relationships/slide" Target="slides/slide5.xml"/><Relationship Id="rId32" Type="http://schemas.openxmlformats.org/officeDocument/2006/relationships/font" Target="fonts/DMSans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7.xml"/><Relationship Id="rId34" Type="http://schemas.openxmlformats.org/officeDocument/2006/relationships/font" Target="fonts/DM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4cd280f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4cd280f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e34544eb2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e34544eb2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77b642fd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877b642fd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65cc35bec0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65cc35bec0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65cc35bec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65cc35bec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65cc35bec0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65cc35bec0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65cc35bec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65cc35bec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4e3d71a347_0_27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4e3d71a347_0_27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65cc35bec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65cc35bec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65cc35bec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65cc35bec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65cc35bec0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65cc35bec0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65cc35bec0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65cc35bec0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85cf8b5f36_0_6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85cf8b5f36_0_6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65cc35bec0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65cc35bec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65cc35bec0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65cc35bec0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65cc35bec0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65cc35bec0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65cc35bec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65cc35bec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65cc35bec0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65cc35bec0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65cc35bec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65cc35bec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65cc35bec0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65cc35bec0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65cc35bec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65cc35bec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4d79472916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4d79472916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4d79472916_0_2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4d79472916_0_2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87350" y="566398"/>
            <a:ext cx="8169300" cy="4010705"/>
            <a:chOff x="451125" y="564812"/>
            <a:chExt cx="8169300" cy="4010705"/>
          </a:xfrm>
        </p:grpSpPr>
        <p:sp>
          <p:nvSpPr>
            <p:cNvPr id="10" name="Google Shape;10;p2"/>
            <p:cNvSpPr/>
            <p:nvPr/>
          </p:nvSpPr>
          <p:spPr>
            <a:xfrm>
              <a:off x="451125" y="629550"/>
              <a:ext cx="8169300" cy="38844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4511128" y="564812"/>
              <a:ext cx="118496" cy="119189"/>
              <a:chOff x="6916887" y="844381"/>
              <a:chExt cx="102870" cy="10348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2100366" y="4456328"/>
              <a:ext cx="118496" cy="119189"/>
              <a:chOff x="6620258" y="1050444"/>
              <a:chExt cx="102870" cy="103481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" name="Google Shape;17;p2"/>
          <p:cNvSpPr txBox="1"/>
          <p:nvPr>
            <p:ph type="ctrTitle"/>
          </p:nvPr>
        </p:nvSpPr>
        <p:spPr>
          <a:xfrm>
            <a:off x="946211" y="1331250"/>
            <a:ext cx="3683400" cy="21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946222" y="3521725"/>
            <a:ext cx="3683400" cy="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/>
          <p:nvPr/>
        </p:nvSpPr>
        <p:spPr>
          <a:xfrm>
            <a:off x="8459961" y="-684019"/>
            <a:ext cx="1368067" cy="1368031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669425" y="2742402"/>
            <a:ext cx="36474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4500">
                <a:highlight>
                  <a:schemeClr val="dk2"/>
                </a:highlight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/>
          <p:nvPr>
            <p:ph idx="3" type="pic"/>
          </p:nvPr>
        </p:nvSpPr>
        <p:spPr>
          <a:xfrm>
            <a:off x="1267175" y="1044450"/>
            <a:ext cx="3054000" cy="3054600"/>
          </a:xfrm>
          <a:prstGeom prst="roundRect">
            <a:avLst>
              <a:gd fmla="val 7563" name="adj"/>
            </a:avLst>
          </a:prstGeom>
          <a:noFill/>
          <a:ln>
            <a:noFill/>
          </a:ln>
        </p:spPr>
      </p:sp>
      <p:sp>
        <p:nvSpPr>
          <p:cNvPr id="24" name="Google Shape;24;p3"/>
          <p:cNvSpPr/>
          <p:nvPr/>
        </p:nvSpPr>
        <p:spPr>
          <a:xfrm>
            <a:off x="8487449" y="4486981"/>
            <a:ext cx="1313108" cy="1313036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254425" y="-124300"/>
            <a:ext cx="802667" cy="794792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0000" y="1401575"/>
            <a:ext cx="24783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9" name="Google Shape;29;p4"/>
          <p:cNvSpPr/>
          <p:nvPr/>
        </p:nvSpPr>
        <p:spPr>
          <a:xfrm>
            <a:off x="-153262" y="4239696"/>
            <a:ext cx="738567" cy="737774"/>
          </a:xfrm>
          <a:custGeom>
            <a:rect b="b" l="l" r="r" t="t"/>
            <a:pathLst>
              <a:path extrusionOk="0" fill="none" h="9603" w="9613">
                <a:moveTo>
                  <a:pt x="7487" y="1270"/>
                </a:moveTo>
                <a:lnTo>
                  <a:pt x="6926" y="1777"/>
                </a:lnTo>
                <a:cubicBezTo>
                  <a:pt x="6905" y="1798"/>
                  <a:pt x="6895" y="1809"/>
                  <a:pt x="6884" y="1830"/>
                </a:cubicBezTo>
                <a:cubicBezTo>
                  <a:pt x="6525" y="1587"/>
                  <a:pt x="6144" y="1407"/>
                  <a:pt x="5742" y="1301"/>
                </a:cubicBezTo>
                <a:cubicBezTo>
                  <a:pt x="5742" y="1280"/>
                  <a:pt x="5742" y="1248"/>
                  <a:pt x="5753" y="1227"/>
                </a:cubicBezTo>
                <a:lnTo>
                  <a:pt x="5774" y="477"/>
                </a:lnTo>
                <a:cubicBezTo>
                  <a:pt x="5784" y="244"/>
                  <a:pt x="5605" y="43"/>
                  <a:pt x="5372" y="32"/>
                </a:cubicBezTo>
                <a:lnTo>
                  <a:pt x="4621" y="11"/>
                </a:lnTo>
                <a:cubicBezTo>
                  <a:pt x="4389" y="1"/>
                  <a:pt x="4188" y="180"/>
                  <a:pt x="4177" y="413"/>
                </a:cubicBezTo>
                <a:lnTo>
                  <a:pt x="4145" y="1164"/>
                </a:lnTo>
                <a:cubicBezTo>
                  <a:pt x="4145" y="1196"/>
                  <a:pt x="4145" y="1217"/>
                  <a:pt x="4156" y="1238"/>
                </a:cubicBezTo>
                <a:cubicBezTo>
                  <a:pt x="3754" y="1312"/>
                  <a:pt x="3363" y="1449"/>
                  <a:pt x="3003" y="1661"/>
                </a:cubicBezTo>
                <a:cubicBezTo>
                  <a:pt x="2993" y="1640"/>
                  <a:pt x="2972" y="1619"/>
                  <a:pt x="2961" y="1597"/>
                </a:cubicBezTo>
                <a:lnTo>
                  <a:pt x="2454" y="1048"/>
                </a:lnTo>
                <a:cubicBezTo>
                  <a:pt x="2295" y="878"/>
                  <a:pt x="2020" y="868"/>
                  <a:pt x="1851" y="1016"/>
                </a:cubicBezTo>
                <a:lnTo>
                  <a:pt x="1301" y="1523"/>
                </a:lnTo>
                <a:cubicBezTo>
                  <a:pt x="1121" y="1682"/>
                  <a:pt x="1111" y="1957"/>
                  <a:pt x="1269" y="2126"/>
                </a:cubicBezTo>
                <a:lnTo>
                  <a:pt x="1777" y="2676"/>
                </a:lnTo>
                <a:cubicBezTo>
                  <a:pt x="1798" y="2697"/>
                  <a:pt x="1819" y="2718"/>
                  <a:pt x="1830" y="2729"/>
                </a:cubicBezTo>
                <a:cubicBezTo>
                  <a:pt x="1586" y="3078"/>
                  <a:pt x="1417" y="3469"/>
                  <a:pt x="1301" y="3871"/>
                </a:cubicBezTo>
                <a:cubicBezTo>
                  <a:pt x="1280" y="3871"/>
                  <a:pt x="1259" y="3860"/>
                  <a:pt x="1227" y="3860"/>
                </a:cubicBezTo>
                <a:lnTo>
                  <a:pt x="476" y="3829"/>
                </a:lnTo>
                <a:cubicBezTo>
                  <a:pt x="370" y="3829"/>
                  <a:pt x="265" y="3871"/>
                  <a:pt x="180" y="3945"/>
                </a:cubicBezTo>
                <a:lnTo>
                  <a:pt x="180" y="3945"/>
                </a:lnTo>
                <a:cubicBezTo>
                  <a:pt x="95" y="4019"/>
                  <a:pt x="43" y="4125"/>
                  <a:pt x="43" y="4241"/>
                </a:cubicBezTo>
                <a:lnTo>
                  <a:pt x="11" y="4992"/>
                </a:lnTo>
                <a:lnTo>
                  <a:pt x="11" y="4992"/>
                </a:lnTo>
                <a:cubicBezTo>
                  <a:pt x="0" y="5224"/>
                  <a:pt x="180" y="5425"/>
                  <a:pt x="423" y="5425"/>
                </a:cubicBezTo>
                <a:lnTo>
                  <a:pt x="1174" y="5457"/>
                </a:lnTo>
                <a:cubicBezTo>
                  <a:pt x="1195" y="5457"/>
                  <a:pt x="1216" y="5457"/>
                  <a:pt x="1248" y="5457"/>
                </a:cubicBezTo>
                <a:cubicBezTo>
                  <a:pt x="1312" y="5859"/>
                  <a:pt x="1460" y="6240"/>
                  <a:pt x="1660" y="6610"/>
                </a:cubicBezTo>
                <a:cubicBezTo>
                  <a:pt x="1639" y="6620"/>
                  <a:pt x="1629" y="6631"/>
                  <a:pt x="1608" y="6652"/>
                </a:cubicBezTo>
                <a:lnTo>
                  <a:pt x="1047" y="7159"/>
                </a:lnTo>
                <a:cubicBezTo>
                  <a:pt x="878" y="7318"/>
                  <a:pt x="867" y="7582"/>
                  <a:pt x="1026" y="7762"/>
                </a:cubicBezTo>
                <a:lnTo>
                  <a:pt x="1534" y="8312"/>
                </a:lnTo>
                <a:cubicBezTo>
                  <a:pt x="1692" y="8481"/>
                  <a:pt x="1957" y="8492"/>
                  <a:pt x="2136" y="8344"/>
                </a:cubicBezTo>
                <a:lnTo>
                  <a:pt x="2686" y="7836"/>
                </a:lnTo>
                <a:cubicBezTo>
                  <a:pt x="2707" y="7815"/>
                  <a:pt x="2718" y="7794"/>
                  <a:pt x="2739" y="7773"/>
                </a:cubicBezTo>
                <a:cubicBezTo>
                  <a:pt x="3088" y="8027"/>
                  <a:pt x="3469" y="8196"/>
                  <a:pt x="3881" y="8302"/>
                </a:cubicBezTo>
                <a:cubicBezTo>
                  <a:pt x="3870" y="8333"/>
                  <a:pt x="3870" y="8354"/>
                  <a:pt x="3870" y="8376"/>
                </a:cubicBezTo>
                <a:lnTo>
                  <a:pt x="3839" y="9126"/>
                </a:lnTo>
                <a:cubicBezTo>
                  <a:pt x="3828" y="9243"/>
                  <a:pt x="3870" y="9348"/>
                  <a:pt x="3945" y="9433"/>
                </a:cubicBezTo>
                <a:cubicBezTo>
                  <a:pt x="4029" y="9518"/>
                  <a:pt x="4135" y="9560"/>
                  <a:pt x="4241" y="9570"/>
                </a:cubicBezTo>
                <a:lnTo>
                  <a:pt x="4991" y="9602"/>
                </a:lnTo>
                <a:lnTo>
                  <a:pt x="4991" y="9602"/>
                </a:lnTo>
                <a:cubicBezTo>
                  <a:pt x="5108" y="9602"/>
                  <a:pt x="5213" y="9560"/>
                  <a:pt x="5298" y="9486"/>
                </a:cubicBezTo>
                <a:cubicBezTo>
                  <a:pt x="5383" y="9412"/>
                  <a:pt x="5435" y="9306"/>
                  <a:pt x="5435" y="9190"/>
                </a:cubicBezTo>
                <a:lnTo>
                  <a:pt x="5467" y="8439"/>
                </a:lnTo>
                <a:cubicBezTo>
                  <a:pt x="5467" y="8418"/>
                  <a:pt x="5467" y="8386"/>
                  <a:pt x="5457" y="8365"/>
                </a:cubicBezTo>
                <a:cubicBezTo>
                  <a:pt x="5858" y="8291"/>
                  <a:pt x="6250" y="8153"/>
                  <a:pt x="6609" y="7953"/>
                </a:cubicBezTo>
                <a:cubicBezTo>
                  <a:pt x="6620" y="7963"/>
                  <a:pt x="6641" y="7984"/>
                  <a:pt x="6652" y="8005"/>
                </a:cubicBezTo>
                <a:lnTo>
                  <a:pt x="7159" y="8555"/>
                </a:lnTo>
                <a:cubicBezTo>
                  <a:pt x="7318" y="8735"/>
                  <a:pt x="7593" y="8746"/>
                  <a:pt x="7762" y="8587"/>
                </a:cubicBezTo>
                <a:lnTo>
                  <a:pt x="8312" y="8079"/>
                </a:lnTo>
                <a:cubicBezTo>
                  <a:pt x="8491" y="7921"/>
                  <a:pt x="8502" y="7656"/>
                  <a:pt x="8343" y="7477"/>
                </a:cubicBezTo>
                <a:lnTo>
                  <a:pt x="7836" y="6927"/>
                </a:lnTo>
                <a:cubicBezTo>
                  <a:pt x="7815" y="6906"/>
                  <a:pt x="7804" y="6895"/>
                  <a:pt x="7783" y="6874"/>
                </a:cubicBezTo>
                <a:cubicBezTo>
                  <a:pt x="8026" y="6525"/>
                  <a:pt x="8206" y="6134"/>
                  <a:pt x="8312" y="5732"/>
                </a:cubicBezTo>
                <a:cubicBezTo>
                  <a:pt x="8333" y="5743"/>
                  <a:pt x="8354" y="5743"/>
                  <a:pt x="8386" y="5743"/>
                </a:cubicBezTo>
                <a:lnTo>
                  <a:pt x="9137" y="5774"/>
                </a:lnTo>
                <a:cubicBezTo>
                  <a:pt x="9253" y="5774"/>
                  <a:pt x="9359" y="5732"/>
                  <a:pt x="9433" y="5669"/>
                </a:cubicBezTo>
                <a:cubicBezTo>
                  <a:pt x="9517" y="5595"/>
                  <a:pt x="9570" y="5489"/>
                  <a:pt x="9570" y="5372"/>
                </a:cubicBezTo>
                <a:lnTo>
                  <a:pt x="9602" y="4622"/>
                </a:lnTo>
                <a:cubicBezTo>
                  <a:pt x="9612" y="4378"/>
                  <a:pt x="9433" y="4188"/>
                  <a:pt x="9200" y="4178"/>
                </a:cubicBezTo>
                <a:lnTo>
                  <a:pt x="8449" y="4146"/>
                </a:lnTo>
                <a:cubicBezTo>
                  <a:pt x="8417" y="4146"/>
                  <a:pt x="8396" y="4146"/>
                  <a:pt x="8375" y="4156"/>
                </a:cubicBezTo>
                <a:cubicBezTo>
                  <a:pt x="8301" y="3755"/>
                  <a:pt x="8164" y="3363"/>
                  <a:pt x="7952" y="3004"/>
                </a:cubicBezTo>
                <a:cubicBezTo>
                  <a:pt x="7973" y="2993"/>
                  <a:pt x="7994" y="2972"/>
                  <a:pt x="8005" y="2962"/>
                </a:cubicBezTo>
                <a:lnTo>
                  <a:pt x="8565" y="2454"/>
                </a:lnTo>
                <a:cubicBezTo>
                  <a:pt x="8735" y="2295"/>
                  <a:pt x="8745" y="2020"/>
                  <a:pt x="8587" y="1851"/>
                </a:cubicBezTo>
                <a:lnTo>
                  <a:pt x="8079" y="1301"/>
                </a:lnTo>
                <a:cubicBezTo>
                  <a:pt x="7920" y="1122"/>
                  <a:pt x="7656" y="1111"/>
                  <a:pt x="7487" y="1270"/>
                </a:cubicBezTo>
                <a:close/>
                <a:moveTo>
                  <a:pt x="6155" y="6271"/>
                </a:moveTo>
                <a:cubicBezTo>
                  <a:pt x="5340" y="7011"/>
                  <a:pt x="4082" y="6959"/>
                  <a:pt x="3342" y="6155"/>
                </a:cubicBezTo>
                <a:cubicBezTo>
                  <a:pt x="2591" y="5341"/>
                  <a:pt x="2654" y="4082"/>
                  <a:pt x="3458" y="3332"/>
                </a:cubicBezTo>
                <a:cubicBezTo>
                  <a:pt x="4272" y="2591"/>
                  <a:pt x="5531" y="2655"/>
                  <a:pt x="6271" y="3458"/>
                </a:cubicBezTo>
                <a:cubicBezTo>
                  <a:pt x="7022" y="4273"/>
                  <a:pt x="6958" y="5531"/>
                  <a:pt x="6155" y="627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" name="Google Shape;30;p4"/>
          <p:cNvGrpSpPr/>
          <p:nvPr/>
        </p:nvGrpSpPr>
        <p:grpSpPr>
          <a:xfrm>
            <a:off x="8362378" y="269549"/>
            <a:ext cx="1615647" cy="828300"/>
            <a:chOff x="8362378" y="269549"/>
            <a:chExt cx="1615647" cy="828300"/>
          </a:xfrm>
        </p:grpSpPr>
        <p:sp>
          <p:nvSpPr>
            <p:cNvPr id="31" name="Google Shape;31;p4"/>
            <p:cNvSpPr/>
            <p:nvPr/>
          </p:nvSpPr>
          <p:spPr>
            <a:xfrm>
              <a:off x="8421625" y="269549"/>
              <a:ext cx="1556400" cy="828300"/>
            </a:xfrm>
            <a:prstGeom prst="roundRect">
              <a:avLst>
                <a:gd fmla="val 1692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4"/>
            <p:cNvGrpSpPr/>
            <p:nvPr/>
          </p:nvGrpSpPr>
          <p:grpSpPr>
            <a:xfrm>
              <a:off x="8362378" y="624104"/>
              <a:ext cx="118495" cy="119191"/>
              <a:chOff x="4512753" y="952912"/>
              <a:chExt cx="118495" cy="119191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0000" y="1401575"/>
            <a:ext cx="36669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757100" y="1401575"/>
            <a:ext cx="36669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u="sng"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grpSp>
        <p:nvGrpSpPr>
          <p:cNvPr id="39" name="Google Shape;39;p5"/>
          <p:cNvGrpSpPr/>
          <p:nvPr/>
        </p:nvGrpSpPr>
        <p:grpSpPr>
          <a:xfrm>
            <a:off x="-171700" y="4608575"/>
            <a:ext cx="1788147" cy="355500"/>
            <a:chOff x="229850" y="4608575"/>
            <a:chExt cx="1788147" cy="355500"/>
          </a:xfrm>
        </p:grpSpPr>
        <p:sp>
          <p:nvSpPr>
            <p:cNvPr id="40" name="Google Shape;40;p5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fmla="val 1303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42" name="Google Shape;42;p5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" name="Google Shape;44;p5"/>
          <p:cNvSpPr/>
          <p:nvPr/>
        </p:nvSpPr>
        <p:spPr>
          <a:xfrm>
            <a:off x="8664499" y="-474795"/>
            <a:ext cx="959003" cy="94957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-153262" y="4239696"/>
            <a:ext cx="738567" cy="737774"/>
          </a:xfrm>
          <a:custGeom>
            <a:rect b="b" l="l" r="r" t="t"/>
            <a:pathLst>
              <a:path extrusionOk="0" fill="none" h="9603" w="9613">
                <a:moveTo>
                  <a:pt x="7487" y="1270"/>
                </a:moveTo>
                <a:lnTo>
                  <a:pt x="6926" y="1777"/>
                </a:lnTo>
                <a:cubicBezTo>
                  <a:pt x="6905" y="1798"/>
                  <a:pt x="6895" y="1809"/>
                  <a:pt x="6884" y="1830"/>
                </a:cubicBezTo>
                <a:cubicBezTo>
                  <a:pt x="6525" y="1587"/>
                  <a:pt x="6144" y="1407"/>
                  <a:pt x="5742" y="1301"/>
                </a:cubicBezTo>
                <a:cubicBezTo>
                  <a:pt x="5742" y="1280"/>
                  <a:pt x="5742" y="1248"/>
                  <a:pt x="5753" y="1227"/>
                </a:cubicBezTo>
                <a:lnTo>
                  <a:pt x="5774" y="477"/>
                </a:lnTo>
                <a:cubicBezTo>
                  <a:pt x="5784" y="244"/>
                  <a:pt x="5605" y="43"/>
                  <a:pt x="5372" y="32"/>
                </a:cubicBezTo>
                <a:lnTo>
                  <a:pt x="4621" y="11"/>
                </a:lnTo>
                <a:cubicBezTo>
                  <a:pt x="4389" y="1"/>
                  <a:pt x="4188" y="180"/>
                  <a:pt x="4177" y="413"/>
                </a:cubicBezTo>
                <a:lnTo>
                  <a:pt x="4145" y="1164"/>
                </a:lnTo>
                <a:cubicBezTo>
                  <a:pt x="4145" y="1196"/>
                  <a:pt x="4145" y="1217"/>
                  <a:pt x="4156" y="1238"/>
                </a:cubicBezTo>
                <a:cubicBezTo>
                  <a:pt x="3754" y="1312"/>
                  <a:pt x="3363" y="1449"/>
                  <a:pt x="3003" y="1661"/>
                </a:cubicBezTo>
                <a:cubicBezTo>
                  <a:pt x="2993" y="1640"/>
                  <a:pt x="2972" y="1619"/>
                  <a:pt x="2961" y="1597"/>
                </a:cubicBezTo>
                <a:lnTo>
                  <a:pt x="2454" y="1048"/>
                </a:lnTo>
                <a:cubicBezTo>
                  <a:pt x="2295" y="878"/>
                  <a:pt x="2020" y="868"/>
                  <a:pt x="1851" y="1016"/>
                </a:cubicBezTo>
                <a:lnTo>
                  <a:pt x="1301" y="1523"/>
                </a:lnTo>
                <a:cubicBezTo>
                  <a:pt x="1121" y="1682"/>
                  <a:pt x="1111" y="1957"/>
                  <a:pt x="1269" y="2126"/>
                </a:cubicBezTo>
                <a:lnTo>
                  <a:pt x="1777" y="2676"/>
                </a:lnTo>
                <a:cubicBezTo>
                  <a:pt x="1798" y="2697"/>
                  <a:pt x="1819" y="2718"/>
                  <a:pt x="1830" y="2729"/>
                </a:cubicBezTo>
                <a:cubicBezTo>
                  <a:pt x="1586" y="3078"/>
                  <a:pt x="1417" y="3469"/>
                  <a:pt x="1301" y="3871"/>
                </a:cubicBezTo>
                <a:cubicBezTo>
                  <a:pt x="1280" y="3871"/>
                  <a:pt x="1259" y="3860"/>
                  <a:pt x="1227" y="3860"/>
                </a:cubicBezTo>
                <a:lnTo>
                  <a:pt x="476" y="3829"/>
                </a:lnTo>
                <a:cubicBezTo>
                  <a:pt x="370" y="3829"/>
                  <a:pt x="265" y="3871"/>
                  <a:pt x="180" y="3945"/>
                </a:cubicBezTo>
                <a:lnTo>
                  <a:pt x="180" y="3945"/>
                </a:lnTo>
                <a:cubicBezTo>
                  <a:pt x="95" y="4019"/>
                  <a:pt x="43" y="4125"/>
                  <a:pt x="43" y="4241"/>
                </a:cubicBezTo>
                <a:lnTo>
                  <a:pt x="11" y="4992"/>
                </a:lnTo>
                <a:lnTo>
                  <a:pt x="11" y="4992"/>
                </a:lnTo>
                <a:cubicBezTo>
                  <a:pt x="0" y="5224"/>
                  <a:pt x="180" y="5425"/>
                  <a:pt x="423" y="5425"/>
                </a:cubicBezTo>
                <a:lnTo>
                  <a:pt x="1174" y="5457"/>
                </a:lnTo>
                <a:cubicBezTo>
                  <a:pt x="1195" y="5457"/>
                  <a:pt x="1216" y="5457"/>
                  <a:pt x="1248" y="5457"/>
                </a:cubicBezTo>
                <a:cubicBezTo>
                  <a:pt x="1312" y="5859"/>
                  <a:pt x="1460" y="6240"/>
                  <a:pt x="1660" y="6610"/>
                </a:cubicBezTo>
                <a:cubicBezTo>
                  <a:pt x="1639" y="6620"/>
                  <a:pt x="1629" y="6631"/>
                  <a:pt x="1608" y="6652"/>
                </a:cubicBezTo>
                <a:lnTo>
                  <a:pt x="1047" y="7159"/>
                </a:lnTo>
                <a:cubicBezTo>
                  <a:pt x="878" y="7318"/>
                  <a:pt x="867" y="7582"/>
                  <a:pt x="1026" y="7762"/>
                </a:cubicBezTo>
                <a:lnTo>
                  <a:pt x="1534" y="8312"/>
                </a:lnTo>
                <a:cubicBezTo>
                  <a:pt x="1692" y="8481"/>
                  <a:pt x="1957" y="8492"/>
                  <a:pt x="2136" y="8344"/>
                </a:cubicBezTo>
                <a:lnTo>
                  <a:pt x="2686" y="7836"/>
                </a:lnTo>
                <a:cubicBezTo>
                  <a:pt x="2707" y="7815"/>
                  <a:pt x="2718" y="7794"/>
                  <a:pt x="2739" y="7773"/>
                </a:cubicBezTo>
                <a:cubicBezTo>
                  <a:pt x="3088" y="8027"/>
                  <a:pt x="3469" y="8196"/>
                  <a:pt x="3881" y="8302"/>
                </a:cubicBezTo>
                <a:cubicBezTo>
                  <a:pt x="3870" y="8333"/>
                  <a:pt x="3870" y="8354"/>
                  <a:pt x="3870" y="8376"/>
                </a:cubicBezTo>
                <a:lnTo>
                  <a:pt x="3839" y="9126"/>
                </a:lnTo>
                <a:cubicBezTo>
                  <a:pt x="3828" y="9243"/>
                  <a:pt x="3870" y="9348"/>
                  <a:pt x="3945" y="9433"/>
                </a:cubicBezTo>
                <a:cubicBezTo>
                  <a:pt x="4029" y="9518"/>
                  <a:pt x="4135" y="9560"/>
                  <a:pt x="4241" y="9570"/>
                </a:cubicBezTo>
                <a:lnTo>
                  <a:pt x="4991" y="9602"/>
                </a:lnTo>
                <a:lnTo>
                  <a:pt x="4991" y="9602"/>
                </a:lnTo>
                <a:cubicBezTo>
                  <a:pt x="5108" y="9602"/>
                  <a:pt x="5213" y="9560"/>
                  <a:pt x="5298" y="9486"/>
                </a:cubicBezTo>
                <a:cubicBezTo>
                  <a:pt x="5383" y="9412"/>
                  <a:pt x="5435" y="9306"/>
                  <a:pt x="5435" y="9190"/>
                </a:cubicBezTo>
                <a:lnTo>
                  <a:pt x="5467" y="8439"/>
                </a:lnTo>
                <a:cubicBezTo>
                  <a:pt x="5467" y="8418"/>
                  <a:pt x="5467" y="8386"/>
                  <a:pt x="5457" y="8365"/>
                </a:cubicBezTo>
                <a:cubicBezTo>
                  <a:pt x="5858" y="8291"/>
                  <a:pt x="6250" y="8153"/>
                  <a:pt x="6609" y="7953"/>
                </a:cubicBezTo>
                <a:cubicBezTo>
                  <a:pt x="6620" y="7963"/>
                  <a:pt x="6641" y="7984"/>
                  <a:pt x="6652" y="8005"/>
                </a:cubicBezTo>
                <a:lnTo>
                  <a:pt x="7159" y="8555"/>
                </a:lnTo>
                <a:cubicBezTo>
                  <a:pt x="7318" y="8735"/>
                  <a:pt x="7593" y="8746"/>
                  <a:pt x="7762" y="8587"/>
                </a:cubicBezTo>
                <a:lnTo>
                  <a:pt x="8312" y="8079"/>
                </a:lnTo>
                <a:cubicBezTo>
                  <a:pt x="8491" y="7921"/>
                  <a:pt x="8502" y="7656"/>
                  <a:pt x="8343" y="7477"/>
                </a:cubicBezTo>
                <a:lnTo>
                  <a:pt x="7836" y="6927"/>
                </a:lnTo>
                <a:cubicBezTo>
                  <a:pt x="7815" y="6906"/>
                  <a:pt x="7804" y="6895"/>
                  <a:pt x="7783" y="6874"/>
                </a:cubicBezTo>
                <a:cubicBezTo>
                  <a:pt x="8026" y="6525"/>
                  <a:pt x="8206" y="6134"/>
                  <a:pt x="8312" y="5732"/>
                </a:cubicBezTo>
                <a:cubicBezTo>
                  <a:pt x="8333" y="5743"/>
                  <a:pt x="8354" y="5743"/>
                  <a:pt x="8386" y="5743"/>
                </a:cubicBezTo>
                <a:lnTo>
                  <a:pt x="9137" y="5774"/>
                </a:lnTo>
                <a:cubicBezTo>
                  <a:pt x="9253" y="5774"/>
                  <a:pt x="9359" y="5732"/>
                  <a:pt x="9433" y="5669"/>
                </a:cubicBezTo>
                <a:cubicBezTo>
                  <a:pt x="9517" y="5595"/>
                  <a:pt x="9570" y="5489"/>
                  <a:pt x="9570" y="5372"/>
                </a:cubicBezTo>
                <a:lnTo>
                  <a:pt x="9602" y="4622"/>
                </a:lnTo>
                <a:cubicBezTo>
                  <a:pt x="9612" y="4378"/>
                  <a:pt x="9433" y="4188"/>
                  <a:pt x="9200" y="4178"/>
                </a:cubicBezTo>
                <a:lnTo>
                  <a:pt x="8449" y="4146"/>
                </a:lnTo>
                <a:cubicBezTo>
                  <a:pt x="8417" y="4146"/>
                  <a:pt x="8396" y="4146"/>
                  <a:pt x="8375" y="4156"/>
                </a:cubicBezTo>
                <a:cubicBezTo>
                  <a:pt x="8301" y="3755"/>
                  <a:pt x="8164" y="3363"/>
                  <a:pt x="7952" y="3004"/>
                </a:cubicBezTo>
                <a:cubicBezTo>
                  <a:pt x="7973" y="2993"/>
                  <a:pt x="7994" y="2972"/>
                  <a:pt x="8005" y="2962"/>
                </a:cubicBezTo>
                <a:lnTo>
                  <a:pt x="8565" y="2454"/>
                </a:lnTo>
                <a:cubicBezTo>
                  <a:pt x="8735" y="2295"/>
                  <a:pt x="8745" y="2020"/>
                  <a:pt x="8587" y="1851"/>
                </a:cubicBezTo>
                <a:lnTo>
                  <a:pt x="8079" y="1301"/>
                </a:lnTo>
                <a:cubicBezTo>
                  <a:pt x="7920" y="1122"/>
                  <a:pt x="7656" y="1111"/>
                  <a:pt x="7487" y="1270"/>
                </a:cubicBezTo>
                <a:close/>
                <a:moveTo>
                  <a:pt x="6155" y="6271"/>
                </a:moveTo>
                <a:cubicBezTo>
                  <a:pt x="5340" y="7011"/>
                  <a:pt x="4082" y="6959"/>
                  <a:pt x="3342" y="6155"/>
                </a:cubicBezTo>
                <a:cubicBezTo>
                  <a:pt x="2591" y="5341"/>
                  <a:pt x="2654" y="4082"/>
                  <a:pt x="3458" y="3332"/>
                </a:cubicBezTo>
                <a:cubicBezTo>
                  <a:pt x="4272" y="2591"/>
                  <a:pt x="5531" y="2655"/>
                  <a:pt x="6271" y="3458"/>
                </a:cubicBezTo>
                <a:cubicBezTo>
                  <a:pt x="7022" y="4273"/>
                  <a:pt x="6958" y="5531"/>
                  <a:pt x="6155" y="6271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6"/>
          <p:cNvGrpSpPr/>
          <p:nvPr/>
        </p:nvGrpSpPr>
        <p:grpSpPr>
          <a:xfrm>
            <a:off x="8362378" y="269549"/>
            <a:ext cx="1615647" cy="828300"/>
            <a:chOff x="8362378" y="269549"/>
            <a:chExt cx="1615647" cy="828300"/>
          </a:xfrm>
        </p:grpSpPr>
        <p:sp>
          <p:nvSpPr>
            <p:cNvPr id="49" name="Google Shape;49;p6"/>
            <p:cNvSpPr/>
            <p:nvPr/>
          </p:nvSpPr>
          <p:spPr>
            <a:xfrm>
              <a:off x="8421625" y="269549"/>
              <a:ext cx="1556400" cy="828300"/>
            </a:xfrm>
            <a:prstGeom prst="roundRect">
              <a:avLst>
                <a:gd fmla="val 1692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>
            <a:xfrm>
              <a:off x="8362378" y="624104"/>
              <a:ext cx="118495" cy="119191"/>
              <a:chOff x="4512753" y="952912"/>
              <a:chExt cx="118495" cy="119191"/>
            </a:xfrm>
          </p:grpSpPr>
          <p:sp>
            <p:nvSpPr>
              <p:cNvPr id="51" name="Google Shape;51;p6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6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" type="body"/>
          </p:nvPr>
        </p:nvSpPr>
        <p:spPr>
          <a:xfrm>
            <a:off x="720000" y="1401575"/>
            <a:ext cx="54906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" name="Google Shape;56;p7"/>
          <p:cNvGrpSpPr/>
          <p:nvPr/>
        </p:nvGrpSpPr>
        <p:grpSpPr>
          <a:xfrm>
            <a:off x="-352400" y="4605970"/>
            <a:ext cx="4924200" cy="700380"/>
            <a:chOff x="-352400" y="4682170"/>
            <a:chExt cx="4924200" cy="700380"/>
          </a:xfrm>
        </p:grpSpPr>
        <p:sp>
          <p:nvSpPr>
            <p:cNvPr id="57" name="Google Shape;57;p7"/>
            <p:cNvSpPr/>
            <p:nvPr/>
          </p:nvSpPr>
          <p:spPr>
            <a:xfrm>
              <a:off x="-352400" y="4740550"/>
              <a:ext cx="4924200" cy="642000"/>
            </a:xfrm>
            <a:prstGeom prst="roundRect">
              <a:avLst>
                <a:gd fmla="val 1919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7"/>
            <p:cNvGrpSpPr/>
            <p:nvPr/>
          </p:nvGrpSpPr>
          <p:grpSpPr>
            <a:xfrm>
              <a:off x="768028" y="4682170"/>
              <a:ext cx="118495" cy="119191"/>
              <a:chOff x="4512753" y="952912"/>
              <a:chExt cx="118495" cy="119191"/>
            </a:xfrm>
          </p:grpSpPr>
          <p:sp>
            <p:nvSpPr>
              <p:cNvPr id="59" name="Google Shape;59;p7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7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8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fmla="val 16923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8535000" y="141154"/>
            <a:ext cx="804590" cy="796696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-444000" y="4082675"/>
            <a:ext cx="1413265" cy="139939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4741626" y="2106138"/>
            <a:ext cx="3507600" cy="164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type="title"/>
          </p:nvPr>
        </p:nvSpPr>
        <p:spPr>
          <a:xfrm>
            <a:off x="4741733" y="1480088"/>
            <a:ext cx="3507600" cy="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sp>
        <p:nvSpPr>
          <p:cNvPr id="69" name="Google Shape;69;p9"/>
          <p:cNvSpPr/>
          <p:nvPr/>
        </p:nvSpPr>
        <p:spPr>
          <a:xfrm rot="-5400000">
            <a:off x="-1259496" y="1669851"/>
            <a:ext cx="2393100" cy="828300"/>
          </a:xfrm>
          <a:prstGeom prst="roundRect">
            <a:avLst>
              <a:gd fmla="val 16923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05375" y="2972275"/>
            <a:ext cx="476882" cy="472192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720000" y="387600"/>
            <a:ext cx="47268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redoka One"/>
              <a:buNone/>
              <a:defRPr>
                <a:highlight>
                  <a:schemeClr val="dk2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22299" y="1716600"/>
            <a:ext cx="3849600" cy="12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 flipH="1">
            <a:off x="722200" y="3089767"/>
            <a:ext cx="3096600" cy="5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-465550" y="-465525"/>
            <a:ext cx="931098" cy="931062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6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hasCustomPrompt="1" type="title"/>
          </p:nvPr>
        </p:nvSpPr>
        <p:spPr>
          <a:xfrm>
            <a:off x="829406" y="1401569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1" type="subTitle"/>
          </p:nvPr>
        </p:nvSpPr>
        <p:spPr>
          <a:xfrm>
            <a:off x="1732850" y="1401569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hasCustomPrompt="1" idx="2" type="title"/>
          </p:nvPr>
        </p:nvSpPr>
        <p:spPr>
          <a:xfrm>
            <a:off x="829406" y="3649188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3" type="subTitle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4" type="title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5" type="subTitle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6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7" type="title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8" type="subTitle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9" type="title"/>
          </p:nvPr>
        </p:nvSpPr>
        <p:spPr>
          <a:xfrm>
            <a:off x="829406" y="2525376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13" type="subTitle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hasCustomPrompt="1" idx="14" type="title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idx="15" type="subTitle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93" name="Google Shape;93;p13"/>
          <p:cNvSpPr/>
          <p:nvPr/>
        </p:nvSpPr>
        <p:spPr>
          <a:xfrm>
            <a:off x="7120179" y="-440699"/>
            <a:ext cx="2393100" cy="828300"/>
          </a:xfrm>
          <a:prstGeom prst="roundRect">
            <a:avLst>
              <a:gd fmla="val 16923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 flipH="1">
            <a:off x="7060154" y="4604605"/>
            <a:ext cx="2453125" cy="887896"/>
            <a:chOff x="-384050" y="4548979"/>
            <a:chExt cx="2453125" cy="887896"/>
          </a:xfrm>
        </p:grpSpPr>
        <p:sp>
          <p:nvSpPr>
            <p:cNvPr id="95" name="Google Shape;95;p13"/>
            <p:cNvSpPr/>
            <p:nvPr/>
          </p:nvSpPr>
          <p:spPr>
            <a:xfrm>
              <a:off x="-384050" y="4608575"/>
              <a:ext cx="2393100" cy="828300"/>
            </a:xfrm>
            <a:prstGeom prst="roundRect">
              <a:avLst>
                <a:gd fmla="val 1692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" name="Google Shape;96;p13"/>
            <p:cNvGrpSpPr/>
            <p:nvPr/>
          </p:nvGrpSpPr>
          <p:grpSpPr>
            <a:xfrm>
              <a:off x="325671" y="4548979"/>
              <a:ext cx="118495" cy="119191"/>
              <a:chOff x="4541071" y="952912"/>
              <a:chExt cx="118495" cy="119191"/>
            </a:xfrm>
          </p:grpSpPr>
          <p:sp>
            <p:nvSpPr>
              <p:cNvPr id="97" name="Google Shape;97;p13"/>
              <p:cNvSpPr/>
              <p:nvPr/>
            </p:nvSpPr>
            <p:spPr>
              <a:xfrm>
                <a:off x="4568781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541071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13"/>
            <p:cNvGrpSpPr/>
            <p:nvPr/>
          </p:nvGrpSpPr>
          <p:grpSpPr>
            <a:xfrm>
              <a:off x="1950580" y="4835229"/>
              <a:ext cx="118495" cy="119191"/>
              <a:chOff x="4512753" y="952912"/>
              <a:chExt cx="118495" cy="119191"/>
            </a:xfrm>
          </p:grpSpPr>
          <p:sp>
            <p:nvSpPr>
              <p:cNvPr id="100" name="Google Shape;100;p13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2" name="Google Shape;102;p13"/>
          <p:cNvSpPr/>
          <p:nvPr/>
        </p:nvSpPr>
        <p:spPr>
          <a:xfrm>
            <a:off x="8535000" y="141154"/>
            <a:ext cx="804590" cy="796696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7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720000" y="1401575"/>
            <a:ext cx="3852000" cy="32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105" name="Google Shape;105;p14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4"/>
          <p:cNvSpPr/>
          <p:nvPr>
            <p:ph idx="2" type="pic"/>
          </p:nvPr>
        </p:nvSpPr>
        <p:spPr>
          <a:xfrm>
            <a:off x="5262725" y="1401575"/>
            <a:ext cx="3054000" cy="3054600"/>
          </a:xfrm>
          <a:prstGeom prst="roundRect">
            <a:avLst>
              <a:gd fmla="val 7563" name="adj"/>
            </a:avLst>
          </a:prstGeom>
          <a:noFill/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112887" y="4608575"/>
            <a:ext cx="1218985" cy="1218949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" type="subTitle"/>
          </p:nvPr>
        </p:nvSpPr>
        <p:spPr>
          <a:xfrm>
            <a:off x="3750532" y="980650"/>
            <a:ext cx="46710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type="title"/>
          </p:nvPr>
        </p:nvSpPr>
        <p:spPr>
          <a:xfrm>
            <a:off x="3750375" y="387600"/>
            <a:ext cx="4671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11" name="Google Shape;111;p15"/>
          <p:cNvGrpSpPr/>
          <p:nvPr/>
        </p:nvGrpSpPr>
        <p:grpSpPr>
          <a:xfrm rot="10800000">
            <a:off x="8010925" y="-160875"/>
            <a:ext cx="1583400" cy="700375"/>
            <a:chOff x="-352400" y="4682170"/>
            <a:chExt cx="1583400" cy="700375"/>
          </a:xfrm>
        </p:grpSpPr>
        <p:sp>
          <p:nvSpPr>
            <p:cNvPr id="112" name="Google Shape;112;p15"/>
            <p:cNvSpPr/>
            <p:nvPr/>
          </p:nvSpPr>
          <p:spPr>
            <a:xfrm>
              <a:off x="-352400" y="4740545"/>
              <a:ext cx="1583400" cy="642000"/>
            </a:xfrm>
            <a:prstGeom prst="roundRect">
              <a:avLst>
                <a:gd fmla="val 1919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768028" y="4682170"/>
              <a:ext cx="118495" cy="119191"/>
              <a:chOff x="4512753" y="952912"/>
              <a:chExt cx="118495" cy="119191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722525" y="3855900"/>
            <a:ext cx="4671000" cy="7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722375" y="3262849"/>
            <a:ext cx="4671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16"/>
          <p:cNvSpPr/>
          <p:nvPr/>
        </p:nvSpPr>
        <p:spPr>
          <a:xfrm>
            <a:off x="342300" y="4767150"/>
            <a:ext cx="760140" cy="752707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1019222" y="2321575"/>
            <a:ext cx="3242400" cy="8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1019222" y="3102650"/>
            <a:ext cx="32424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4882378" y="2321575"/>
            <a:ext cx="3242400" cy="8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882378" y="3102650"/>
            <a:ext cx="32424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26" name="Google Shape;126;p17"/>
          <p:cNvGrpSpPr/>
          <p:nvPr/>
        </p:nvGrpSpPr>
        <p:grpSpPr>
          <a:xfrm flipH="1" rot="-5400000">
            <a:off x="7874040" y="543513"/>
            <a:ext cx="2453125" cy="887896"/>
            <a:chOff x="-384050" y="4548979"/>
            <a:chExt cx="2453125" cy="887896"/>
          </a:xfrm>
        </p:grpSpPr>
        <p:sp>
          <p:nvSpPr>
            <p:cNvPr id="127" name="Google Shape;127;p17"/>
            <p:cNvSpPr/>
            <p:nvPr/>
          </p:nvSpPr>
          <p:spPr>
            <a:xfrm>
              <a:off x="-384050" y="4608575"/>
              <a:ext cx="2393100" cy="828300"/>
            </a:xfrm>
            <a:prstGeom prst="roundRect">
              <a:avLst>
                <a:gd fmla="val 1692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7"/>
            <p:cNvGrpSpPr/>
            <p:nvPr/>
          </p:nvGrpSpPr>
          <p:grpSpPr>
            <a:xfrm>
              <a:off x="325671" y="4548979"/>
              <a:ext cx="118495" cy="119191"/>
              <a:chOff x="4541071" y="952912"/>
              <a:chExt cx="118495" cy="119191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4568781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4541071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17"/>
            <p:cNvGrpSpPr/>
            <p:nvPr/>
          </p:nvGrpSpPr>
          <p:grpSpPr>
            <a:xfrm>
              <a:off x="1950580" y="4835229"/>
              <a:ext cx="118495" cy="119191"/>
              <a:chOff x="4512753" y="952912"/>
              <a:chExt cx="118495" cy="119191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4" name="Google Shape;134;p17"/>
          <p:cNvSpPr/>
          <p:nvPr/>
        </p:nvSpPr>
        <p:spPr>
          <a:xfrm>
            <a:off x="-167498" y="4012599"/>
            <a:ext cx="887498" cy="887462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" type="subTitle"/>
          </p:nvPr>
        </p:nvSpPr>
        <p:spPr>
          <a:xfrm>
            <a:off x="827269" y="2321575"/>
            <a:ext cx="2257800" cy="8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2" type="subTitle"/>
          </p:nvPr>
        </p:nvSpPr>
        <p:spPr>
          <a:xfrm>
            <a:off x="827269" y="3102650"/>
            <a:ext cx="22578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3443109" y="2321575"/>
            <a:ext cx="2257800" cy="8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4" type="subTitle"/>
          </p:nvPr>
        </p:nvSpPr>
        <p:spPr>
          <a:xfrm>
            <a:off x="3443109" y="3102650"/>
            <a:ext cx="22578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5" type="subTitle"/>
          </p:nvPr>
        </p:nvSpPr>
        <p:spPr>
          <a:xfrm>
            <a:off x="6058949" y="2321575"/>
            <a:ext cx="2257800" cy="8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6" type="subTitle"/>
          </p:nvPr>
        </p:nvSpPr>
        <p:spPr>
          <a:xfrm>
            <a:off x="6058949" y="3102650"/>
            <a:ext cx="2257800" cy="13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43" name="Google Shape;143;p18"/>
          <p:cNvGrpSpPr/>
          <p:nvPr/>
        </p:nvGrpSpPr>
        <p:grpSpPr>
          <a:xfrm>
            <a:off x="-171700" y="4608575"/>
            <a:ext cx="1788147" cy="355500"/>
            <a:chOff x="229850" y="4608575"/>
            <a:chExt cx="1788147" cy="355500"/>
          </a:xfrm>
        </p:grpSpPr>
        <p:sp>
          <p:nvSpPr>
            <p:cNvPr id="144" name="Google Shape;144;p18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fmla="val 1303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" name="Google Shape;145;p18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146" name="Google Shape;146;p18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8" name="Google Shape;148;p18"/>
          <p:cNvSpPr/>
          <p:nvPr/>
        </p:nvSpPr>
        <p:spPr>
          <a:xfrm>
            <a:off x="8664499" y="4133793"/>
            <a:ext cx="959003" cy="94957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4_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1739502" y="1297184"/>
            <a:ext cx="273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2" type="subTitle"/>
          </p:nvPr>
        </p:nvSpPr>
        <p:spPr>
          <a:xfrm>
            <a:off x="1739500" y="1703238"/>
            <a:ext cx="27381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1739502" y="2976394"/>
            <a:ext cx="273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4" type="subTitle"/>
          </p:nvPr>
        </p:nvSpPr>
        <p:spPr>
          <a:xfrm>
            <a:off x="1739500" y="3382460"/>
            <a:ext cx="27381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5" type="subTitle"/>
          </p:nvPr>
        </p:nvSpPr>
        <p:spPr>
          <a:xfrm>
            <a:off x="5582650" y="1297184"/>
            <a:ext cx="273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6" type="subTitle"/>
          </p:nvPr>
        </p:nvSpPr>
        <p:spPr>
          <a:xfrm>
            <a:off x="5582651" y="1703232"/>
            <a:ext cx="27381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7" type="subTitle"/>
          </p:nvPr>
        </p:nvSpPr>
        <p:spPr>
          <a:xfrm>
            <a:off x="5582650" y="2976389"/>
            <a:ext cx="27381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8" type="subTitle"/>
          </p:nvPr>
        </p:nvSpPr>
        <p:spPr>
          <a:xfrm>
            <a:off x="5582651" y="3382476"/>
            <a:ext cx="27381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9" name="Google Shape;159;p19"/>
          <p:cNvSpPr/>
          <p:nvPr/>
        </p:nvSpPr>
        <p:spPr>
          <a:xfrm>
            <a:off x="8212902" y="-443726"/>
            <a:ext cx="887498" cy="887462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_1_1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" type="subTitle"/>
          </p:nvPr>
        </p:nvSpPr>
        <p:spPr>
          <a:xfrm>
            <a:off x="4765200" y="2317951"/>
            <a:ext cx="3658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2" type="subTitle"/>
          </p:nvPr>
        </p:nvSpPr>
        <p:spPr>
          <a:xfrm>
            <a:off x="4765200" y="2738185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3" type="subTitle"/>
          </p:nvPr>
        </p:nvSpPr>
        <p:spPr>
          <a:xfrm>
            <a:off x="4765200" y="1199376"/>
            <a:ext cx="3658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4" type="subTitle"/>
          </p:nvPr>
        </p:nvSpPr>
        <p:spPr>
          <a:xfrm>
            <a:off x="4765200" y="1619611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5" type="subTitle"/>
          </p:nvPr>
        </p:nvSpPr>
        <p:spPr>
          <a:xfrm>
            <a:off x="4765200" y="3436525"/>
            <a:ext cx="3658800" cy="53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subTitle"/>
          </p:nvPr>
        </p:nvSpPr>
        <p:spPr>
          <a:xfrm>
            <a:off x="4765200" y="3856759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>
            <p:ph idx="7" type="subTitle"/>
          </p:nvPr>
        </p:nvSpPr>
        <p:spPr>
          <a:xfrm>
            <a:off x="722375" y="1199376"/>
            <a:ext cx="3658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8" type="subTitle"/>
          </p:nvPr>
        </p:nvSpPr>
        <p:spPr>
          <a:xfrm>
            <a:off x="722375" y="1619611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9" type="subTitle"/>
          </p:nvPr>
        </p:nvSpPr>
        <p:spPr>
          <a:xfrm>
            <a:off x="722375" y="2317951"/>
            <a:ext cx="3658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13" type="subTitle"/>
          </p:nvPr>
        </p:nvSpPr>
        <p:spPr>
          <a:xfrm>
            <a:off x="722375" y="2738185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2" name="Google Shape;172;p20"/>
          <p:cNvSpPr txBox="1"/>
          <p:nvPr>
            <p:ph idx="14" type="subTitle"/>
          </p:nvPr>
        </p:nvSpPr>
        <p:spPr>
          <a:xfrm>
            <a:off x="722375" y="3436525"/>
            <a:ext cx="36588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15" type="subTitle"/>
          </p:nvPr>
        </p:nvSpPr>
        <p:spPr>
          <a:xfrm>
            <a:off x="722375" y="3856759"/>
            <a:ext cx="3658800" cy="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74" name="Google Shape;174;p20"/>
          <p:cNvGrpSpPr/>
          <p:nvPr/>
        </p:nvGrpSpPr>
        <p:grpSpPr>
          <a:xfrm flipH="1">
            <a:off x="7869700" y="178555"/>
            <a:ext cx="1788147" cy="355500"/>
            <a:chOff x="229850" y="4608575"/>
            <a:chExt cx="1788147" cy="355500"/>
          </a:xfrm>
        </p:grpSpPr>
        <p:sp>
          <p:nvSpPr>
            <p:cNvPr id="175" name="Google Shape;175;p20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fmla="val 1303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20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0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741375" y="521375"/>
            <a:ext cx="30603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highlight>
                  <a:schemeClr val="dk2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81" name="Google Shape;181;p21"/>
          <p:cNvGrpSpPr/>
          <p:nvPr/>
        </p:nvGrpSpPr>
        <p:grpSpPr>
          <a:xfrm>
            <a:off x="-171700" y="4608575"/>
            <a:ext cx="1788147" cy="355500"/>
            <a:chOff x="229850" y="4608575"/>
            <a:chExt cx="1788147" cy="355500"/>
          </a:xfrm>
        </p:grpSpPr>
        <p:sp>
          <p:nvSpPr>
            <p:cNvPr id="182" name="Google Shape;182;p21"/>
            <p:cNvSpPr/>
            <p:nvPr/>
          </p:nvSpPr>
          <p:spPr>
            <a:xfrm>
              <a:off x="229850" y="4608575"/>
              <a:ext cx="1727700" cy="355500"/>
            </a:xfrm>
            <a:prstGeom prst="roundRect">
              <a:avLst>
                <a:gd fmla="val 13038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21"/>
            <p:cNvGrpSpPr/>
            <p:nvPr/>
          </p:nvGrpSpPr>
          <p:grpSpPr>
            <a:xfrm>
              <a:off x="1899502" y="4716312"/>
              <a:ext cx="118495" cy="119191"/>
              <a:chOff x="4512753" y="952912"/>
              <a:chExt cx="118495" cy="119191"/>
            </a:xfrm>
          </p:grpSpPr>
          <p:sp>
            <p:nvSpPr>
              <p:cNvPr id="184" name="Google Shape;184;p21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1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" name="Google Shape;186;p21"/>
          <p:cNvSpPr/>
          <p:nvPr/>
        </p:nvSpPr>
        <p:spPr>
          <a:xfrm>
            <a:off x="8664499" y="-474795"/>
            <a:ext cx="959003" cy="94957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0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2"/>
          <p:cNvSpPr/>
          <p:nvPr/>
        </p:nvSpPr>
        <p:spPr>
          <a:xfrm>
            <a:off x="8664499" y="4133793"/>
            <a:ext cx="959003" cy="94957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8656650" y="-288800"/>
            <a:ext cx="854400" cy="828300"/>
          </a:xfrm>
          <a:prstGeom prst="roundRect">
            <a:avLst>
              <a:gd fmla="val 16923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3"/>
          <p:cNvGrpSpPr/>
          <p:nvPr/>
        </p:nvGrpSpPr>
        <p:grpSpPr>
          <a:xfrm>
            <a:off x="373912" y="510714"/>
            <a:ext cx="8396407" cy="4122202"/>
            <a:chOff x="487350" y="566398"/>
            <a:chExt cx="8169300" cy="4010705"/>
          </a:xfrm>
        </p:grpSpPr>
        <p:sp>
          <p:nvSpPr>
            <p:cNvPr id="193" name="Google Shape;193;p23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23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195" name="Google Shape;195;p23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3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23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3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0" name="Google Shape;200;p23"/>
          <p:cNvSpPr txBox="1"/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4760975" y="2569737"/>
            <a:ext cx="3555900" cy="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/>
        </p:nvSpPr>
        <p:spPr>
          <a:xfrm>
            <a:off x="4760975" y="3481525"/>
            <a:ext cx="30630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b="1"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0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8307262" y="4797551"/>
            <a:ext cx="698786" cy="691900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4"/>
          <p:cNvGrpSpPr/>
          <p:nvPr/>
        </p:nvGrpSpPr>
        <p:grpSpPr>
          <a:xfrm>
            <a:off x="501750" y="479912"/>
            <a:ext cx="8140500" cy="4188266"/>
            <a:chOff x="501750" y="479912"/>
            <a:chExt cx="8140500" cy="4188266"/>
          </a:xfrm>
        </p:grpSpPr>
        <p:sp>
          <p:nvSpPr>
            <p:cNvPr id="206" name="Google Shape;206;p24"/>
            <p:cNvSpPr/>
            <p:nvPr/>
          </p:nvSpPr>
          <p:spPr>
            <a:xfrm>
              <a:off x="501750" y="539500"/>
              <a:ext cx="8140500" cy="4069200"/>
            </a:xfrm>
            <a:prstGeom prst="roundRect">
              <a:avLst>
                <a:gd fmla="val 2822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" name="Google Shape;207;p24"/>
            <p:cNvGrpSpPr/>
            <p:nvPr/>
          </p:nvGrpSpPr>
          <p:grpSpPr>
            <a:xfrm>
              <a:off x="1469140" y="479912"/>
              <a:ext cx="118495" cy="119191"/>
              <a:chOff x="4512753" y="952912"/>
              <a:chExt cx="118495" cy="119191"/>
            </a:xfrm>
          </p:grpSpPr>
          <p:sp>
            <p:nvSpPr>
              <p:cNvPr id="208" name="Google Shape;208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24"/>
            <p:cNvGrpSpPr/>
            <p:nvPr/>
          </p:nvGrpSpPr>
          <p:grpSpPr>
            <a:xfrm>
              <a:off x="7556365" y="4548987"/>
              <a:ext cx="118495" cy="119191"/>
              <a:chOff x="4512753" y="952912"/>
              <a:chExt cx="118495" cy="119191"/>
            </a:xfrm>
          </p:grpSpPr>
          <p:sp>
            <p:nvSpPr>
              <p:cNvPr id="211" name="Google Shape;211;p24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4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7942124" y="4608568"/>
            <a:ext cx="959003" cy="949573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>
            <a:off x="-132025" y="-288800"/>
            <a:ext cx="854400" cy="828300"/>
          </a:xfrm>
          <a:prstGeom prst="roundRect">
            <a:avLst>
              <a:gd fmla="val 16923" name="adj"/>
            </a:avLst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los Text ExtraBold"/>
              <a:buNone/>
              <a:defRPr sz="2800">
                <a:solidFill>
                  <a:schemeClr val="dk1"/>
                </a:solidFill>
                <a:latin typeface="Golos Text ExtraBold"/>
                <a:ea typeface="Golos Text ExtraBold"/>
                <a:cs typeface="Golos Text ExtraBold"/>
                <a:sym typeface="Golos Text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gif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-scm.com/docs" TargetMode="External"/><Relationship Id="rId4" Type="http://schemas.openxmlformats.org/officeDocument/2006/relationships/hyperlink" Target="https://learngitbranching.js.or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ctrTitle"/>
          </p:nvPr>
        </p:nvSpPr>
        <p:spPr>
          <a:xfrm>
            <a:off x="946225" y="1494375"/>
            <a:ext cx="3683400" cy="17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GIT AND </a:t>
            </a:r>
            <a:r>
              <a:rPr lang="en" sz="5300">
                <a:highlight>
                  <a:schemeClr val="dk2"/>
                </a:highlight>
              </a:rPr>
              <a:t>GITHUB</a:t>
            </a:r>
            <a:endParaRPr sz="5300"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  <p:sp>
        <p:nvSpPr>
          <p:cNvPr id="221" name="Google Shape;221;p26"/>
          <p:cNvSpPr txBox="1"/>
          <p:nvPr>
            <p:ph idx="1" type="subTitle"/>
          </p:nvPr>
        </p:nvSpPr>
        <p:spPr>
          <a:xfrm>
            <a:off x="946225" y="3567475"/>
            <a:ext cx="3683400" cy="3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Aaryash Shakya</a:t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5149700" y="481050"/>
            <a:ext cx="2818500" cy="41814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26"/>
          <p:cNvGrpSpPr/>
          <p:nvPr/>
        </p:nvGrpSpPr>
        <p:grpSpPr>
          <a:xfrm>
            <a:off x="4696253" y="902248"/>
            <a:ext cx="3725378" cy="3047116"/>
            <a:chOff x="1116977" y="888139"/>
            <a:chExt cx="3277651" cy="2680904"/>
          </a:xfrm>
        </p:grpSpPr>
        <p:sp>
          <p:nvSpPr>
            <p:cNvPr id="224" name="Google Shape;224;p26"/>
            <p:cNvSpPr/>
            <p:nvPr/>
          </p:nvSpPr>
          <p:spPr>
            <a:xfrm>
              <a:off x="3803188" y="1627086"/>
              <a:ext cx="591440" cy="590801"/>
            </a:xfrm>
            <a:custGeom>
              <a:rect b="b" l="l" r="r" t="t"/>
              <a:pathLst>
                <a:path extrusionOk="0" fill="none" h="9603" w="9613">
                  <a:moveTo>
                    <a:pt x="7487" y="1270"/>
                  </a:moveTo>
                  <a:lnTo>
                    <a:pt x="6926" y="1777"/>
                  </a:lnTo>
                  <a:cubicBezTo>
                    <a:pt x="6905" y="1798"/>
                    <a:pt x="6895" y="1809"/>
                    <a:pt x="6884" y="1830"/>
                  </a:cubicBezTo>
                  <a:cubicBezTo>
                    <a:pt x="6525" y="1587"/>
                    <a:pt x="6144" y="1407"/>
                    <a:pt x="5742" y="1301"/>
                  </a:cubicBezTo>
                  <a:cubicBezTo>
                    <a:pt x="5742" y="1280"/>
                    <a:pt x="5742" y="1248"/>
                    <a:pt x="5753" y="1227"/>
                  </a:cubicBezTo>
                  <a:lnTo>
                    <a:pt x="5774" y="477"/>
                  </a:lnTo>
                  <a:cubicBezTo>
                    <a:pt x="5784" y="244"/>
                    <a:pt x="5605" y="43"/>
                    <a:pt x="5372" y="32"/>
                  </a:cubicBezTo>
                  <a:lnTo>
                    <a:pt x="4621" y="11"/>
                  </a:lnTo>
                  <a:cubicBezTo>
                    <a:pt x="4389" y="1"/>
                    <a:pt x="4188" y="180"/>
                    <a:pt x="4177" y="413"/>
                  </a:cubicBezTo>
                  <a:lnTo>
                    <a:pt x="4145" y="1164"/>
                  </a:lnTo>
                  <a:cubicBezTo>
                    <a:pt x="4145" y="1196"/>
                    <a:pt x="4145" y="1217"/>
                    <a:pt x="4156" y="1238"/>
                  </a:cubicBezTo>
                  <a:cubicBezTo>
                    <a:pt x="3754" y="1312"/>
                    <a:pt x="3363" y="1449"/>
                    <a:pt x="3003" y="1661"/>
                  </a:cubicBezTo>
                  <a:cubicBezTo>
                    <a:pt x="2993" y="1640"/>
                    <a:pt x="2972" y="1619"/>
                    <a:pt x="2961" y="1597"/>
                  </a:cubicBezTo>
                  <a:lnTo>
                    <a:pt x="2454" y="1048"/>
                  </a:lnTo>
                  <a:cubicBezTo>
                    <a:pt x="2295" y="878"/>
                    <a:pt x="2020" y="868"/>
                    <a:pt x="1851" y="1016"/>
                  </a:cubicBezTo>
                  <a:lnTo>
                    <a:pt x="1301" y="1523"/>
                  </a:lnTo>
                  <a:cubicBezTo>
                    <a:pt x="1121" y="1682"/>
                    <a:pt x="1111" y="1957"/>
                    <a:pt x="1269" y="2126"/>
                  </a:cubicBezTo>
                  <a:lnTo>
                    <a:pt x="1777" y="2676"/>
                  </a:lnTo>
                  <a:cubicBezTo>
                    <a:pt x="1798" y="2697"/>
                    <a:pt x="1819" y="2718"/>
                    <a:pt x="1830" y="2729"/>
                  </a:cubicBezTo>
                  <a:cubicBezTo>
                    <a:pt x="1586" y="3078"/>
                    <a:pt x="1417" y="3469"/>
                    <a:pt x="1301" y="3871"/>
                  </a:cubicBezTo>
                  <a:cubicBezTo>
                    <a:pt x="1280" y="3871"/>
                    <a:pt x="1259" y="3860"/>
                    <a:pt x="1227" y="3860"/>
                  </a:cubicBezTo>
                  <a:lnTo>
                    <a:pt x="476" y="3829"/>
                  </a:lnTo>
                  <a:cubicBezTo>
                    <a:pt x="370" y="3829"/>
                    <a:pt x="265" y="3871"/>
                    <a:pt x="180" y="3945"/>
                  </a:cubicBezTo>
                  <a:lnTo>
                    <a:pt x="180" y="3945"/>
                  </a:lnTo>
                  <a:cubicBezTo>
                    <a:pt x="95" y="4019"/>
                    <a:pt x="43" y="4125"/>
                    <a:pt x="43" y="4241"/>
                  </a:cubicBezTo>
                  <a:lnTo>
                    <a:pt x="11" y="4992"/>
                  </a:lnTo>
                  <a:lnTo>
                    <a:pt x="11" y="4992"/>
                  </a:lnTo>
                  <a:cubicBezTo>
                    <a:pt x="0" y="5224"/>
                    <a:pt x="180" y="5425"/>
                    <a:pt x="423" y="5425"/>
                  </a:cubicBezTo>
                  <a:lnTo>
                    <a:pt x="1174" y="5457"/>
                  </a:lnTo>
                  <a:cubicBezTo>
                    <a:pt x="1195" y="5457"/>
                    <a:pt x="1216" y="5457"/>
                    <a:pt x="1248" y="5457"/>
                  </a:cubicBezTo>
                  <a:cubicBezTo>
                    <a:pt x="1312" y="5859"/>
                    <a:pt x="1460" y="6240"/>
                    <a:pt x="1660" y="6610"/>
                  </a:cubicBezTo>
                  <a:cubicBezTo>
                    <a:pt x="1639" y="6620"/>
                    <a:pt x="1629" y="6631"/>
                    <a:pt x="1608" y="6652"/>
                  </a:cubicBezTo>
                  <a:lnTo>
                    <a:pt x="1047" y="7159"/>
                  </a:lnTo>
                  <a:cubicBezTo>
                    <a:pt x="878" y="7318"/>
                    <a:pt x="867" y="7582"/>
                    <a:pt x="1026" y="7762"/>
                  </a:cubicBezTo>
                  <a:lnTo>
                    <a:pt x="1534" y="8312"/>
                  </a:lnTo>
                  <a:cubicBezTo>
                    <a:pt x="1692" y="8481"/>
                    <a:pt x="1957" y="8492"/>
                    <a:pt x="2136" y="8344"/>
                  </a:cubicBezTo>
                  <a:lnTo>
                    <a:pt x="2686" y="7836"/>
                  </a:lnTo>
                  <a:cubicBezTo>
                    <a:pt x="2707" y="7815"/>
                    <a:pt x="2718" y="7794"/>
                    <a:pt x="2739" y="7773"/>
                  </a:cubicBezTo>
                  <a:cubicBezTo>
                    <a:pt x="3088" y="8027"/>
                    <a:pt x="3469" y="8196"/>
                    <a:pt x="3881" y="8302"/>
                  </a:cubicBezTo>
                  <a:cubicBezTo>
                    <a:pt x="3870" y="8333"/>
                    <a:pt x="3870" y="8354"/>
                    <a:pt x="3870" y="8376"/>
                  </a:cubicBezTo>
                  <a:lnTo>
                    <a:pt x="3839" y="9126"/>
                  </a:lnTo>
                  <a:cubicBezTo>
                    <a:pt x="3828" y="9243"/>
                    <a:pt x="3870" y="9348"/>
                    <a:pt x="3945" y="9433"/>
                  </a:cubicBezTo>
                  <a:cubicBezTo>
                    <a:pt x="4029" y="9518"/>
                    <a:pt x="4135" y="9560"/>
                    <a:pt x="4241" y="9570"/>
                  </a:cubicBezTo>
                  <a:lnTo>
                    <a:pt x="4991" y="9602"/>
                  </a:lnTo>
                  <a:lnTo>
                    <a:pt x="4991" y="9602"/>
                  </a:lnTo>
                  <a:cubicBezTo>
                    <a:pt x="5108" y="9602"/>
                    <a:pt x="5213" y="9560"/>
                    <a:pt x="5298" y="9486"/>
                  </a:cubicBezTo>
                  <a:cubicBezTo>
                    <a:pt x="5383" y="9412"/>
                    <a:pt x="5435" y="9306"/>
                    <a:pt x="5435" y="9190"/>
                  </a:cubicBezTo>
                  <a:lnTo>
                    <a:pt x="5467" y="8439"/>
                  </a:lnTo>
                  <a:cubicBezTo>
                    <a:pt x="5467" y="8418"/>
                    <a:pt x="5467" y="8386"/>
                    <a:pt x="5457" y="8365"/>
                  </a:cubicBezTo>
                  <a:cubicBezTo>
                    <a:pt x="5858" y="8291"/>
                    <a:pt x="6250" y="8153"/>
                    <a:pt x="6609" y="7953"/>
                  </a:cubicBezTo>
                  <a:cubicBezTo>
                    <a:pt x="6620" y="7963"/>
                    <a:pt x="6641" y="7984"/>
                    <a:pt x="6652" y="8005"/>
                  </a:cubicBezTo>
                  <a:lnTo>
                    <a:pt x="7159" y="8555"/>
                  </a:lnTo>
                  <a:cubicBezTo>
                    <a:pt x="7318" y="8735"/>
                    <a:pt x="7593" y="8746"/>
                    <a:pt x="7762" y="8587"/>
                  </a:cubicBezTo>
                  <a:lnTo>
                    <a:pt x="8312" y="8079"/>
                  </a:lnTo>
                  <a:cubicBezTo>
                    <a:pt x="8491" y="7921"/>
                    <a:pt x="8502" y="7656"/>
                    <a:pt x="8343" y="7477"/>
                  </a:cubicBezTo>
                  <a:lnTo>
                    <a:pt x="7836" y="6927"/>
                  </a:lnTo>
                  <a:cubicBezTo>
                    <a:pt x="7815" y="6906"/>
                    <a:pt x="7804" y="6895"/>
                    <a:pt x="7783" y="6874"/>
                  </a:cubicBezTo>
                  <a:cubicBezTo>
                    <a:pt x="8026" y="6525"/>
                    <a:pt x="8206" y="6134"/>
                    <a:pt x="8312" y="5732"/>
                  </a:cubicBezTo>
                  <a:cubicBezTo>
                    <a:pt x="8333" y="5743"/>
                    <a:pt x="8354" y="5743"/>
                    <a:pt x="8386" y="5743"/>
                  </a:cubicBezTo>
                  <a:lnTo>
                    <a:pt x="9137" y="5774"/>
                  </a:lnTo>
                  <a:cubicBezTo>
                    <a:pt x="9253" y="5774"/>
                    <a:pt x="9359" y="5732"/>
                    <a:pt x="9433" y="5669"/>
                  </a:cubicBezTo>
                  <a:cubicBezTo>
                    <a:pt x="9517" y="5595"/>
                    <a:pt x="9570" y="5489"/>
                    <a:pt x="9570" y="5372"/>
                  </a:cubicBezTo>
                  <a:lnTo>
                    <a:pt x="9602" y="4622"/>
                  </a:lnTo>
                  <a:cubicBezTo>
                    <a:pt x="9612" y="4378"/>
                    <a:pt x="9433" y="4188"/>
                    <a:pt x="9200" y="4178"/>
                  </a:cubicBezTo>
                  <a:lnTo>
                    <a:pt x="8449" y="4146"/>
                  </a:lnTo>
                  <a:cubicBezTo>
                    <a:pt x="8417" y="4146"/>
                    <a:pt x="8396" y="4146"/>
                    <a:pt x="8375" y="4156"/>
                  </a:cubicBezTo>
                  <a:cubicBezTo>
                    <a:pt x="8301" y="3755"/>
                    <a:pt x="8164" y="3363"/>
                    <a:pt x="7952" y="3004"/>
                  </a:cubicBezTo>
                  <a:cubicBezTo>
                    <a:pt x="7973" y="2993"/>
                    <a:pt x="7994" y="2972"/>
                    <a:pt x="8005" y="2962"/>
                  </a:cubicBezTo>
                  <a:lnTo>
                    <a:pt x="8565" y="2454"/>
                  </a:lnTo>
                  <a:cubicBezTo>
                    <a:pt x="8735" y="2295"/>
                    <a:pt x="8745" y="2020"/>
                    <a:pt x="8587" y="1851"/>
                  </a:cubicBezTo>
                  <a:lnTo>
                    <a:pt x="8079" y="1301"/>
                  </a:lnTo>
                  <a:cubicBezTo>
                    <a:pt x="7920" y="1122"/>
                    <a:pt x="7656" y="1111"/>
                    <a:pt x="7487" y="1270"/>
                  </a:cubicBezTo>
                  <a:close/>
                  <a:moveTo>
                    <a:pt x="6155" y="6271"/>
                  </a:moveTo>
                  <a:cubicBezTo>
                    <a:pt x="5340" y="7011"/>
                    <a:pt x="4082" y="6959"/>
                    <a:pt x="3342" y="6155"/>
                  </a:cubicBezTo>
                  <a:cubicBezTo>
                    <a:pt x="2591" y="5341"/>
                    <a:pt x="2654" y="4082"/>
                    <a:pt x="3458" y="3332"/>
                  </a:cubicBezTo>
                  <a:cubicBezTo>
                    <a:pt x="4272" y="2591"/>
                    <a:pt x="5531" y="2655"/>
                    <a:pt x="6271" y="3458"/>
                  </a:cubicBezTo>
                  <a:cubicBezTo>
                    <a:pt x="7022" y="4273"/>
                    <a:pt x="6958" y="5531"/>
                    <a:pt x="6155" y="62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1116977" y="2491661"/>
              <a:ext cx="887498" cy="887462"/>
            </a:xfrm>
            <a:custGeom>
              <a:rect b="b" l="l" r="r" t="t"/>
              <a:pathLst>
                <a:path extrusionOk="0" fill="none" h="14425" w="14425">
                  <a:moveTo>
                    <a:pt x="11093" y="1777"/>
                  </a:moveTo>
                  <a:lnTo>
                    <a:pt x="10279" y="2570"/>
                  </a:lnTo>
                  <a:cubicBezTo>
                    <a:pt x="10247" y="2592"/>
                    <a:pt x="10226" y="2623"/>
                    <a:pt x="10205" y="2655"/>
                  </a:cubicBezTo>
                  <a:cubicBezTo>
                    <a:pt x="9666" y="2296"/>
                    <a:pt x="9073" y="2052"/>
                    <a:pt x="8460" y="1904"/>
                  </a:cubicBezTo>
                  <a:cubicBezTo>
                    <a:pt x="8471" y="1873"/>
                    <a:pt x="8481" y="1830"/>
                    <a:pt x="8481" y="1799"/>
                  </a:cubicBezTo>
                  <a:lnTo>
                    <a:pt x="8492" y="667"/>
                  </a:lnTo>
                  <a:cubicBezTo>
                    <a:pt x="8492" y="318"/>
                    <a:pt x="8206" y="22"/>
                    <a:pt x="7857" y="22"/>
                  </a:cubicBezTo>
                  <a:lnTo>
                    <a:pt x="6726" y="12"/>
                  </a:lnTo>
                  <a:cubicBezTo>
                    <a:pt x="6377" y="1"/>
                    <a:pt x="6081" y="286"/>
                    <a:pt x="6081" y="635"/>
                  </a:cubicBezTo>
                  <a:lnTo>
                    <a:pt x="6070" y="1767"/>
                  </a:lnTo>
                  <a:cubicBezTo>
                    <a:pt x="6070" y="1809"/>
                    <a:pt x="6070" y="1851"/>
                    <a:pt x="6081" y="1883"/>
                  </a:cubicBezTo>
                  <a:cubicBezTo>
                    <a:pt x="5478" y="2010"/>
                    <a:pt x="4897" y="2232"/>
                    <a:pt x="4368" y="2560"/>
                  </a:cubicBezTo>
                  <a:cubicBezTo>
                    <a:pt x="4347" y="2528"/>
                    <a:pt x="4326" y="2507"/>
                    <a:pt x="4294" y="2475"/>
                  </a:cubicBezTo>
                  <a:lnTo>
                    <a:pt x="3511" y="1672"/>
                  </a:lnTo>
                  <a:cubicBezTo>
                    <a:pt x="3268" y="1418"/>
                    <a:pt x="2856" y="1407"/>
                    <a:pt x="2602" y="1651"/>
                  </a:cubicBezTo>
                  <a:lnTo>
                    <a:pt x="1798" y="2444"/>
                  </a:lnTo>
                  <a:cubicBezTo>
                    <a:pt x="1545" y="2687"/>
                    <a:pt x="1534" y="3089"/>
                    <a:pt x="1777" y="3342"/>
                  </a:cubicBezTo>
                  <a:lnTo>
                    <a:pt x="2570" y="4157"/>
                  </a:lnTo>
                  <a:cubicBezTo>
                    <a:pt x="2591" y="4178"/>
                    <a:pt x="2623" y="4210"/>
                    <a:pt x="2655" y="4231"/>
                  </a:cubicBezTo>
                  <a:cubicBezTo>
                    <a:pt x="2295" y="4770"/>
                    <a:pt x="2052" y="5352"/>
                    <a:pt x="1904" y="5965"/>
                  </a:cubicBezTo>
                  <a:cubicBezTo>
                    <a:pt x="1872" y="5965"/>
                    <a:pt x="1830" y="5954"/>
                    <a:pt x="1798" y="5954"/>
                  </a:cubicBezTo>
                  <a:lnTo>
                    <a:pt x="667" y="5944"/>
                  </a:lnTo>
                  <a:cubicBezTo>
                    <a:pt x="498" y="5944"/>
                    <a:pt x="329" y="6007"/>
                    <a:pt x="212" y="6123"/>
                  </a:cubicBezTo>
                  <a:lnTo>
                    <a:pt x="212" y="6123"/>
                  </a:lnTo>
                  <a:cubicBezTo>
                    <a:pt x="85" y="6240"/>
                    <a:pt x="22" y="6398"/>
                    <a:pt x="22" y="6578"/>
                  </a:cubicBezTo>
                  <a:lnTo>
                    <a:pt x="1" y="7710"/>
                  </a:lnTo>
                  <a:lnTo>
                    <a:pt x="1" y="7710"/>
                  </a:lnTo>
                  <a:cubicBezTo>
                    <a:pt x="1" y="8059"/>
                    <a:pt x="286" y="8344"/>
                    <a:pt x="635" y="8355"/>
                  </a:cubicBezTo>
                  <a:lnTo>
                    <a:pt x="1767" y="8365"/>
                  </a:lnTo>
                  <a:cubicBezTo>
                    <a:pt x="1809" y="8365"/>
                    <a:pt x="1841" y="8355"/>
                    <a:pt x="1883" y="8355"/>
                  </a:cubicBezTo>
                  <a:cubicBezTo>
                    <a:pt x="2010" y="8947"/>
                    <a:pt x="2232" y="9528"/>
                    <a:pt x="2560" y="10068"/>
                  </a:cubicBezTo>
                  <a:cubicBezTo>
                    <a:pt x="2528" y="10089"/>
                    <a:pt x="2507" y="10110"/>
                    <a:pt x="2475" y="10131"/>
                  </a:cubicBezTo>
                  <a:lnTo>
                    <a:pt x="1661" y="10924"/>
                  </a:lnTo>
                  <a:cubicBezTo>
                    <a:pt x="1407" y="11167"/>
                    <a:pt x="1407" y="11569"/>
                    <a:pt x="1650" y="11823"/>
                  </a:cubicBezTo>
                  <a:lnTo>
                    <a:pt x="2433" y="12637"/>
                  </a:lnTo>
                  <a:cubicBezTo>
                    <a:pt x="2687" y="12891"/>
                    <a:pt x="3088" y="12891"/>
                    <a:pt x="3342" y="12648"/>
                  </a:cubicBezTo>
                  <a:lnTo>
                    <a:pt x="4156" y="11865"/>
                  </a:lnTo>
                  <a:cubicBezTo>
                    <a:pt x="4178" y="11834"/>
                    <a:pt x="4199" y="11812"/>
                    <a:pt x="4220" y="11781"/>
                  </a:cubicBezTo>
                  <a:cubicBezTo>
                    <a:pt x="4759" y="12130"/>
                    <a:pt x="5351" y="12383"/>
                    <a:pt x="5965" y="12521"/>
                  </a:cubicBezTo>
                  <a:cubicBezTo>
                    <a:pt x="5954" y="12563"/>
                    <a:pt x="5954" y="12595"/>
                    <a:pt x="5954" y="12637"/>
                  </a:cubicBezTo>
                  <a:lnTo>
                    <a:pt x="5943" y="13769"/>
                  </a:lnTo>
                  <a:cubicBezTo>
                    <a:pt x="5943" y="13938"/>
                    <a:pt x="6007" y="14096"/>
                    <a:pt x="6123" y="14223"/>
                  </a:cubicBezTo>
                  <a:cubicBezTo>
                    <a:pt x="6240" y="14340"/>
                    <a:pt x="6398" y="14414"/>
                    <a:pt x="6567" y="14414"/>
                  </a:cubicBezTo>
                  <a:lnTo>
                    <a:pt x="7699" y="14424"/>
                  </a:lnTo>
                  <a:lnTo>
                    <a:pt x="7699" y="14424"/>
                  </a:lnTo>
                  <a:cubicBezTo>
                    <a:pt x="7879" y="14424"/>
                    <a:pt x="8037" y="14361"/>
                    <a:pt x="8154" y="14245"/>
                  </a:cubicBezTo>
                  <a:cubicBezTo>
                    <a:pt x="8270" y="14128"/>
                    <a:pt x="8344" y="13970"/>
                    <a:pt x="8344" y="13790"/>
                  </a:cubicBezTo>
                  <a:lnTo>
                    <a:pt x="8365" y="12658"/>
                  </a:lnTo>
                  <a:cubicBezTo>
                    <a:pt x="8365" y="12627"/>
                    <a:pt x="8354" y="12584"/>
                    <a:pt x="8354" y="12553"/>
                  </a:cubicBezTo>
                  <a:cubicBezTo>
                    <a:pt x="8947" y="12426"/>
                    <a:pt x="9528" y="12193"/>
                    <a:pt x="10067" y="11865"/>
                  </a:cubicBezTo>
                  <a:cubicBezTo>
                    <a:pt x="10078" y="11897"/>
                    <a:pt x="10110" y="11929"/>
                    <a:pt x="10131" y="11950"/>
                  </a:cubicBezTo>
                  <a:lnTo>
                    <a:pt x="10924" y="12764"/>
                  </a:lnTo>
                  <a:cubicBezTo>
                    <a:pt x="11167" y="13018"/>
                    <a:pt x="11569" y="13028"/>
                    <a:pt x="11823" y="12785"/>
                  </a:cubicBezTo>
                  <a:lnTo>
                    <a:pt x="12637" y="11992"/>
                  </a:lnTo>
                  <a:cubicBezTo>
                    <a:pt x="12891" y="11749"/>
                    <a:pt x="12891" y="11347"/>
                    <a:pt x="12648" y="11093"/>
                  </a:cubicBezTo>
                  <a:lnTo>
                    <a:pt x="11865" y="10279"/>
                  </a:lnTo>
                  <a:cubicBezTo>
                    <a:pt x="11833" y="10247"/>
                    <a:pt x="11812" y="10226"/>
                    <a:pt x="11780" y="10205"/>
                  </a:cubicBezTo>
                  <a:cubicBezTo>
                    <a:pt x="12129" y="9666"/>
                    <a:pt x="12383" y="9074"/>
                    <a:pt x="12521" y="8460"/>
                  </a:cubicBezTo>
                  <a:cubicBezTo>
                    <a:pt x="12563" y="8471"/>
                    <a:pt x="12595" y="8482"/>
                    <a:pt x="12637" y="8482"/>
                  </a:cubicBezTo>
                  <a:lnTo>
                    <a:pt x="13768" y="8492"/>
                  </a:lnTo>
                  <a:cubicBezTo>
                    <a:pt x="13938" y="8492"/>
                    <a:pt x="14096" y="8418"/>
                    <a:pt x="14213" y="8312"/>
                  </a:cubicBezTo>
                  <a:cubicBezTo>
                    <a:pt x="14339" y="8196"/>
                    <a:pt x="14414" y="8037"/>
                    <a:pt x="14414" y="7858"/>
                  </a:cubicBezTo>
                  <a:lnTo>
                    <a:pt x="14424" y="6726"/>
                  </a:lnTo>
                  <a:cubicBezTo>
                    <a:pt x="14424" y="6377"/>
                    <a:pt x="14149" y="6092"/>
                    <a:pt x="13790" y="6081"/>
                  </a:cubicBezTo>
                  <a:lnTo>
                    <a:pt x="12658" y="6071"/>
                  </a:lnTo>
                  <a:cubicBezTo>
                    <a:pt x="12626" y="6071"/>
                    <a:pt x="12584" y="6071"/>
                    <a:pt x="12552" y="6081"/>
                  </a:cubicBezTo>
                  <a:cubicBezTo>
                    <a:pt x="12426" y="5478"/>
                    <a:pt x="12193" y="4907"/>
                    <a:pt x="11865" y="4368"/>
                  </a:cubicBezTo>
                  <a:cubicBezTo>
                    <a:pt x="11897" y="4347"/>
                    <a:pt x="11929" y="4326"/>
                    <a:pt x="11950" y="4294"/>
                  </a:cubicBezTo>
                  <a:lnTo>
                    <a:pt x="12764" y="3512"/>
                  </a:lnTo>
                  <a:cubicBezTo>
                    <a:pt x="13018" y="3268"/>
                    <a:pt x="13028" y="2856"/>
                    <a:pt x="12774" y="2602"/>
                  </a:cubicBezTo>
                  <a:lnTo>
                    <a:pt x="11992" y="1799"/>
                  </a:lnTo>
                  <a:cubicBezTo>
                    <a:pt x="11749" y="1545"/>
                    <a:pt x="11336" y="1534"/>
                    <a:pt x="11093" y="1777"/>
                  </a:cubicBezTo>
                  <a:close/>
                  <a:moveTo>
                    <a:pt x="9296" y="9370"/>
                  </a:moveTo>
                  <a:cubicBezTo>
                    <a:pt x="8111" y="10522"/>
                    <a:pt x="6208" y="10491"/>
                    <a:pt x="5066" y="9306"/>
                  </a:cubicBezTo>
                  <a:cubicBezTo>
                    <a:pt x="3913" y="8111"/>
                    <a:pt x="3945" y="6208"/>
                    <a:pt x="5129" y="5066"/>
                  </a:cubicBezTo>
                  <a:cubicBezTo>
                    <a:pt x="6314" y="3913"/>
                    <a:pt x="8217" y="3945"/>
                    <a:pt x="9370" y="5129"/>
                  </a:cubicBezTo>
                  <a:cubicBezTo>
                    <a:pt x="10512" y="6314"/>
                    <a:pt x="10490" y="8217"/>
                    <a:pt x="9296" y="93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376517" y="3171547"/>
              <a:ext cx="748267" cy="358492"/>
            </a:xfrm>
            <a:custGeom>
              <a:rect b="b" l="l" r="r" t="t"/>
              <a:pathLst>
                <a:path extrusionOk="0" h="5827" w="12162">
                  <a:moveTo>
                    <a:pt x="1" y="0"/>
                  </a:moveTo>
                  <a:lnTo>
                    <a:pt x="1" y="5827"/>
                  </a:lnTo>
                  <a:lnTo>
                    <a:pt x="12161" y="5827"/>
                  </a:lnTo>
                  <a:lnTo>
                    <a:pt x="12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1507968" y="1383764"/>
              <a:ext cx="2485302" cy="1823588"/>
            </a:xfrm>
            <a:custGeom>
              <a:rect b="b" l="l" r="r" t="t"/>
              <a:pathLst>
                <a:path extrusionOk="0" h="29641" w="40395">
                  <a:moveTo>
                    <a:pt x="1545" y="1"/>
                  </a:moveTo>
                  <a:cubicBezTo>
                    <a:pt x="699" y="1"/>
                    <a:pt x="1" y="699"/>
                    <a:pt x="1" y="1545"/>
                  </a:cubicBezTo>
                  <a:lnTo>
                    <a:pt x="1" y="28097"/>
                  </a:lnTo>
                  <a:cubicBezTo>
                    <a:pt x="1" y="28943"/>
                    <a:pt x="699" y="29641"/>
                    <a:pt x="1545" y="29641"/>
                  </a:cubicBezTo>
                  <a:lnTo>
                    <a:pt x="38840" y="29641"/>
                  </a:lnTo>
                  <a:cubicBezTo>
                    <a:pt x="39697" y="29641"/>
                    <a:pt x="40395" y="28943"/>
                    <a:pt x="40395" y="28097"/>
                  </a:cubicBezTo>
                  <a:lnTo>
                    <a:pt x="40395" y="1545"/>
                  </a:lnTo>
                  <a:cubicBezTo>
                    <a:pt x="40395" y="699"/>
                    <a:pt x="39697" y="1"/>
                    <a:pt x="388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2697923" y="3043334"/>
              <a:ext cx="97640" cy="97698"/>
            </a:xfrm>
            <a:custGeom>
              <a:rect b="b" l="l" r="r" t="t"/>
              <a:pathLst>
                <a:path extrusionOk="0" h="1588" w="1587">
                  <a:moveTo>
                    <a:pt x="793" y="1"/>
                  </a:moveTo>
                  <a:cubicBezTo>
                    <a:pt x="349" y="1"/>
                    <a:pt x="0" y="360"/>
                    <a:pt x="0" y="794"/>
                  </a:cubicBezTo>
                  <a:cubicBezTo>
                    <a:pt x="0" y="1228"/>
                    <a:pt x="349" y="1587"/>
                    <a:pt x="793" y="1587"/>
                  </a:cubicBezTo>
                  <a:cubicBezTo>
                    <a:pt x="1227" y="1587"/>
                    <a:pt x="1586" y="1228"/>
                    <a:pt x="1586" y="794"/>
                  </a:cubicBezTo>
                  <a:cubicBezTo>
                    <a:pt x="1586" y="360"/>
                    <a:pt x="1227" y="1"/>
                    <a:pt x="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1537931" y="1415694"/>
              <a:ext cx="2425439" cy="1569193"/>
            </a:xfrm>
            <a:custGeom>
              <a:rect b="b" l="l" r="r" t="t"/>
              <a:pathLst>
                <a:path extrusionOk="0" h="25506" w="39422">
                  <a:moveTo>
                    <a:pt x="1280" y="0"/>
                  </a:moveTo>
                  <a:cubicBezTo>
                    <a:pt x="571" y="0"/>
                    <a:pt x="0" y="592"/>
                    <a:pt x="0" y="1322"/>
                  </a:cubicBezTo>
                  <a:lnTo>
                    <a:pt x="0" y="25505"/>
                  </a:lnTo>
                  <a:lnTo>
                    <a:pt x="39421" y="25505"/>
                  </a:lnTo>
                  <a:lnTo>
                    <a:pt x="39421" y="1322"/>
                  </a:lnTo>
                  <a:cubicBezTo>
                    <a:pt x="39421" y="592"/>
                    <a:pt x="38840" y="0"/>
                    <a:pt x="381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229472" y="3491587"/>
              <a:ext cx="1042295" cy="77457"/>
            </a:xfrm>
            <a:custGeom>
              <a:rect b="b" l="l" r="r" t="t"/>
              <a:pathLst>
                <a:path extrusionOk="0" h="1259" w="16941">
                  <a:moveTo>
                    <a:pt x="1217" y="1"/>
                  </a:moveTo>
                  <a:cubicBezTo>
                    <a:pt x="540" y="1"/>
                    <a:pt x="1" y="540"/>
                    <a:pt x="1" y="1217"/>
                  </a:cubicBezTo>
                  <a:lnTo>
                    <a:pt x="1" y="1259"/>
                  </a:lnTo>
                  <a:lnTo>
                    <a:pt x="16941" y="1259"/>
                  </a:lnTo>
                  <a:lnTo>
                    <a:pt x="16941" y="1217"/>
                  </a:lnTo>
                  <a:cubicBezTo>
                    <a:pt x="16941" y="540"/>
                    <a:pt x="16391" y="1"/>
                    <a:pt x="157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" name="Google Shape;231;p26"/>
            <p:cNvGrpSpPr/>
            <p:nvPr/>
          </p:nvGrpSpPr>
          <p:grpSpPr>
            <a:xfrm>
              <a:off x="3414874" y="1872376"/>
              <a:ext cx="672099" cy="1266010"/>
              <a:chOff x="3414874" y="1872376"/>
              <a:chExt cx="672099" cy="1266010"/>
            </a:xfrm>
          </p:grpSpPr>
          <p:sp>
            <p:nvSpPr>
              <p:cNvPr id="232" name="Google Shape;232;p26"/>
              <p:cNvSpPr/>
              <p:nvPr/>
            </p:nvSpPr>
            <p:spPr>
              <a:xfrm>
                <a:off x="3414874" y="1872376"/>
                <a:ext cx="672099" cy="1266010"/>
              </a:xfrm>
              <a:custGeom>
                <a:rect b="b" l="l" r="r" t="t"/>
                <a:pathLst>
                  <a:path extrusionOk="0" h="20578" w="10924">
                    <a:moveTo>
                      <a:pt x="984" y="0"/>
                    </a:moveTo>
                    <a:cubicBezTo>
                      <a:pt x="444" y="0"/>
                      <a:pt x="0" y="434"/>
                      <a:pt x="0" y="973"/>
                    </a:cubicBezTo>
                    <a:lnTo>
                      <a:pt x="0" y="19605"/>
                    </a:lnTo>
                    <a:cubicBezTo>
                      <a:pt x="0" y="20144"/>
                      <a:pt x="444" y="20578"/>
                      <a:pt x="984" y="20578"/>
                    </a:cubicBezTo>
                    <a:lnTo>
                      <a:pt x="9940" y="20578"/>
                    </a:lnTo>
                    <a:cubicBezTo>
                      <a:pt x="10479" y="20578"/>
                      <a:pt x="10923" y="20144"/>
                      <a:pt x="10923" y="19605"/>
                    </a:cubicBezTo>
                    <a:lnTo>
                      <a:pt x="10923" y="973"/>
                    </a:lnTo>
                    <a:cubicBezTo>
                      <a:pt x="10923" y="434"/>
                      <a:pt x="10479" y="0"/>
                      <a:pt x="99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6"/>
              <p:cNvSpPr/>
              <p:nvPr/>
            </p:nvSpPr>
            <p:spPr>
              <a:xfrm>
                <a:off x="3561242" y="1917903"/>
                <a:ext cx="322760" cy="20856"/>
              </a:xfrm>
              <a:custGeom>
                <a:rect b="b" l="l" r="r" t="t"/>
                <a:pathLst>
                  <a:path extrusionOk="0" h="339" w="5246">
                    <a:moveTo>
                      <a:pt x="159" y="0"/>
                    </a:moveTo>
                    <a:cubicBezTo>
                      <a:pt x="74" y="0"/>
                      <a:pt x="0" y="74"/>
                      <a:pt x="0" y="159"/>
                    </a:cubicBezTo>
                    <a:lnTo>
                      <a:pt x="0" y="180"/>
                    </a:lnTo>
                    <a:cubicBezTo>
                      <a:pt x="0" y="265"/>
                      <a:pt x="74" y="339"/>
                      <a:pt x="159" y="339"/>
                    </a:cubicBezTo>
                    <a:lnTo>
                      <a:pt x="5087" y="339"/>
                    </a:lnTo>
                    <a:cubicBezTo>
                      <a:pt x="5171" y="339"/>
                      <a:pt x="5245" y="265"/>
                      <a:pt x="5245" y="180"/>
                    </a:cubicBezTo>
                    <a:lnTo>
                      <a:pt x="5245" y="159"/>
                    </a:lnTo>
                    <a:cubicBezTo>
                      <a:pt x="5245" y="74"/>
                      <a:pt x="5171" y="0"/>
                      <a:pt x="50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6"/>
              <p:cNvSpPr/>
              <p:nvPr/>
            </p:nvSpPr>
            <p:spPr>
              <a:xfrm>
                <a:off x="3920364" y="1917903"/>
                <a:ext cx="20242" cy="20856"/>
              </a:xfrm>
              <a:custGeom>
                <a:rect b="b" l="l" r="r" t="t"/>
                <a:pathLst>
                  <a:path extrusionOk="0" h="339" w="329">
                    <a:moveTo>
                      <a:pt x="159" y="0"/>
                    </a:moveTo>
                    <a:cubicBezTo>
                      <a:pt x="74" y="0"/>
                      <a:pt x="0" y="74"/>
                      <a:pt x="0" y="170"/>
                    </a:cubicBezTo>
                    <a:cubicBezTo>
                      <a:pt x="0" y="265"/>
                      <a:pt x="74" y="339"/>
                      <a:pt x="159" y="339"/>
                    </a:cubicBezTo>
                    <a:cubicBezTo>
                      <a:pt x="254" y="339"/>
                      <a:pt x="328" y="265"/>
                      <a:pt x="328" y="170"/>
                    </a:cubicBezTo>
                    <a:cubicBezTo>
                      <a:pt x="328" y="74"/>
                      <a:pt x="254" y="0"/>
                      <a:pt x="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6"/>
              <p:cNvSpPr/>
              <p:nvPr/>
            </p:nvSpPr>
            <p:spPr>
              <a:xfrm>
                <a:off x="3451912" y="1987484"/>
                <a:ext cx="597961" cy="366982"/>
              </a:xfrm>
              <a:custGeom>
                <a:rect b="b" l="l" r="r" t="t"/>
                <a:pathLst>
                  <a:path extrusionOk="0" h="5965" w="9719">
                    <a:moveTo>
                      <a:pt x="1" y="1"/>
                    </a:moveTo>
                    <a:lnTo>
                      <a:pt x="1" y="5965"/>
                    </a:lnTo>
                    <a:lnTo>
                      <a:pt x="9719" y="5965"/>
                    </a:lnTo>
                    <a:lnTo>
                      <a:pt x="97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6"/>
              <p:cNvSpPr/>
              <p:nvPr/>
            </p:nvSpPr>
            <p:spPr>
              <a:xfrm>
                <a:off x="3517621" y="2057743"/>
                <a:ext cx="466544" cy="226464"/>
              </a:xfrm>
              <a:custGeom>
                <a:rect b="b" l="l" r="r" t="t"/>
                <a:pathLst>
                  <a:path extrusionOk="0" h="3681" w="7583">
                    <a:moveTo>
                      <a:pt x="3078" y="1"/>
                    </a:moveTo>
                    <a:lnTo>
                      <a:pt x="1" y="3681"/>
                    </a:lnTo>
                    <a:lnTo>
                      <a:pt x="7583" y="3681"/>
                    </a:lnTo>
                    <a:lnTo>
                      <a:pt x="5637" y="1354"/>
                    </a:lnTo>
                    <a:lnTo>
                      <a:pt x="4918" y="2200"/>
                    </a:lnTo>
                    <a:lnTo>
                      <a:pt x="30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3451912" y="2841048"/>
                <a:ext cx="282461" cy="165311"/>
              </a:xfrm>
              <a:custGeom>
                <a:rect b="b" l="l" r="r" t="t"/>
                <a:pathLst>
                  <a:path extrusionOk="0" h="2687" w="4591">
                    <a:moveTo>
                      <a:pt x="1" y="0"/>
                    </a:moveTo>
                    <a:lnTo>
                      <a:pt x="1" y="2686"/>
                    </a:lnTo>
                    <a:lnTo>
                      <a:pt x="4590" y="2686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3483167" y="2865780"/>
                <a:ext cx="219952" cy="107357"/>
              </a:xfrm>
              <a:custGeom>
                <a:rect b="b" l="l" r="r" t="t"/>
                <a:pathLst>
                  <a:path extrusionOk="0" h="1745" w="3575">
                    <a:moveTo>
                      <a:pt x="1449" y="0"/>
                    </a:moveTo>
                    <a:lnTo>
                      <a:pt x="1" y="1745"/>
                    </a:lnTo>
                    <a:lnTo>
                      <a:pt x="3575" y="1745"/>
                    </a:lnTo>
                    <a:lnTo>
                      <a:pt x="2655" y="645"/>
                    </a:lnTo>
                    <a:lnTo>
                      <a:pt x="2327" y="1047"/>
                    </a:lnTo>
                    <a:lnTo>
                      <a:pt x="144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3451912" y="2448780"/>
                <a:ext cx="282461" cy="16303"/>
              </a:xfrm>
              <a:custGeom>
                <a:rect b="b" l="l" r="r" t="t"/>
                <a:pathLst>
                  <a:path extrusionOk="0" h="265" w="4591">
                    <a:moveTo>
                      <a:pt x="1" y="0"/>
                    </a:moveTo>
                    <a:lnTo>
                      <a:pt x="1" y="264"/>
                    </a:lnTo>
                    <a:lnTo>
                      <a:pt x="4590" y="264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3451912" y="2415558"/>
                <a:ext cx="282461" cy="16365"/>
              </a:xfrm>
              <a:custGeom>
                <a:rect b="b" l="l" r="r" t="t"/>
                <a:pathLst>
                  <a:path extrusionOk="0" h="266" w="4591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3451912" y="2481264"/>
                <a:ext cx="178361" cy="16365"/>
              </a:xfrm>
              <a:custGeom>
                <a:rect b="b" l="l" r="r" t="t"/>
                <a:pathLst>
                  <a:path extrusionOk="0" h="266" w="2899">
                    <a:moveTo>
                      <a:pt x="1" y="1"/>
                    </a:moveTo>
                    <a:lnTo>
                      <a:pt x="1" y="265"/>
                    </a:lnTo>
                    <a:lnTo>
                      <a:pt x="2898" y="265"/>
                    </a:lnTo>
                    <a:lnTo>
                      <a:pt x="28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3643194" y="2481264"/>
                <a:ext cx="91180" cy="16365"/>
              </a:xfrm>
              <a:custGeom>
                <a:rect b="b" l="l" r="r" t="t"/>
                <a:pathLst>
                  <a:path extrusionOk="0" h="266" w="1482">
                    <a:moveTo>
                      <a:pt x="1" y="1"/>
                    </a:moveTo>
                    <a:lnTo>
                      <a:pt x="1" y="265"/>
                    </a:lnTo>
                    <a:lnTo>
                      <a:pt x="1481" y="265"/>
                    </a:lnTo>
                    <a:lnTo>
                      <a:pt x="1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3451912" y="2513809"/>
                <a:ext cx="249915" cy="15688"/>
              </a:xfrm>
              <a:custGeom>
                <a:rect b="b" l="l" r="r" t="t"/>
                <a:pathLst>
                  <a:path extrusionOk="0" h="255" w="4062">
                    <a:moveTo>
                      <a:pt x="1" y="0"/>
                    </a:moveTo>
                    <a:lnTo>
                      <a:pt x="1" y="254"/>
                    </a:lnTo>
                    <a:lnTo>
                      <a:pt x="4061" y="254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3451912" y="2546970"/>
                <a:ext cx="86627" cy="16365"/>
              </a:xfrm>
              <a:custGeom>
                <a:rect b="b" l="l" r="r" t="t"/>
                <a:pathLst>
                  <a:path extrusionOk="0" h="266" w="1408">
                    <a:moveTo>
                      <a:pt x="1" y="1"/>
                    </a:moveTo>
                    <a:lnTo>
                      <a:pt x="1" y="265"/>
                    </a:lnTo>
                    <a:lnTo>
                      <a:pt x="1407" y="265"/>
                    </a:lnTo>
                    <a:lnTo>
                      <a:pt x="14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3553429" y="2546970"/>
                <a:ext cx="62509" cy="16365"/>
              </a:xfrm>
              <a:custGeom>
                <a:rect b="b" l="l" r="r" t="t"/>
                <a:pathLst>
                  <a:path extrusionOk="0" h="266" w="1016">
                    <a:moveTo>
                      <a:pt x="1" y="1"/>
                    </a:moveTo>
                    <a:lnTo>
                      <a:pt x="1" y="265"/>
                    </a:lnTo>
                    <a:lnTo>
                      <a:pt x="1016" y="265"/>
                    </a:lnTo>
                    <a:lnTo>
                      <a:pt x="10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3767474" y="2670569"/>
                <a:ext cx="282400" cy="16365"/>
              </a:xfrm>
              <a:custGeom>
                <a:rect b="b" l="l" r="r" t="t"/>
                <a:pathLst>
                  <a:path extrusionOk="0" h="266" w="4590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3767474" y="2638085"/>
                <a:ext cx="282400" cy="15627"/>
              </a:xfrm>
              <a:custGeom>
                <a:rect b="b" l="l" r="r" t="t"/>
                <a:pathLst>
                  <a:path extrusionOk="0" h="254" w="4590">
                    <a:moveTo>
                      <a:pt x="1" y="0"/>
                    </a:moveTo>
                    <a:lnTo>
                      <a:pt x="1" y="254"/>
                    </a:lnTo>
                    <a:lnTo>
                      <a:pt x="4590" y="254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3767474" y="2703114"/>
                <a:ext cx="178299" cy="16303"/>
              </a:xfrm>
              <a:custGeom>
                <a:rect b="b" l="l" r="r" t="t"/>
                <a:pathLst>
                  <a:path extrusionOk="0" h="265" w="2898">
                    <a:moveTo>
                      <a:pt x="1" y="1"/>
                    </a:moveTo>
                    <a:lnTo>
                      <a:pt x="1" y="265"/>
                    </a:lnTo>
                    <a:lnTo>
                      <a:pt x="2898" y="265"/>
                    </a:lnTo>
                    <a:lnTo>
                      <a:pt x="28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3767474" y="2735660"/>
                <a:ext cx="249915" cy="16303"/>
              </a:xfrm>
              <a:custGeom>
                <a:rect b="b" l="l" r="r" t="t"/>
                <a:pathLst>
                  <a:path extrusionOk="0" h="265" w="4062">
                    <a:moveTo>
                      <a:pt x="1" y="0"/>
                    </a:moveTo>
                    <a:lnTo>
                      <a:pt x="1" y="265"/>
                    </a:lnTo>
                    <a:lnTo>
                      <a:pt x="4061" y="265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3767474" y="2768820"/>
                <a:ext cx="86566" cy="16303"/>
              </a:xfrm>
              <a:custGeom>
                <a:rect b="b" l="l" r="r" t="t"/>
                <a:pathLst>
                  <a:path extrusionOk="0" h="265" w="1407">
                    <a:moveTo>
                      <a:pt x="1" y="1"/>
                    </a:moveTo>
                    <a:lnTo>
                      <a:pt x="1" y="265"/>
                    </a:lnTo>
                    <a:lnTo>
                      <a:pt x="1407" y="265"/>
                    </a:lnTo>
                    <a:lnTo>
                      <a:pt x="14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6"/>
              <p:cNvSpPr/>
              <p:nvPr/>
            </p:nvSpPr>
            <p:spPr>
              <a:xfrm>
                <a:off x="3868990" y="2768820"/>
                <a:ext cx="62509" cy="16303"/>
              </a:xfrm>
              <a:custGeom>
                <a:rect b="b" l="l" r="r" t="t"/>
                <a:pathLst>
                  <a:path extrusionOk="0" h="265" w="1016">
                    <a:moveTo>
                      <a:pt x="0" y="1"/>
                    </a:moveTo>
                    <a:lnTo>
                      <a:pt x="0" y="265"/>
                    </a:lnTo>
                    <a:lnTo>
                      <a:pt x="1015" y="265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6"/>
              <p:cNvSpPr/>
              <p:nvPr/>
            </p:nvSpPr>
            <p:spPr>
              <a:xfrm>
                <a:off x="3767474" y="2448780"/>
                <a:ext cx="282400" cy="16303"/>
              </a:xfrm>
              <a:custGeom>
                <a:rect b="b" l="l" r="r" t="t"/>
                <a:pathLst>
                  <a:path extrusionOk="0" h="265" w="4590">
                    <a:moveTo>
                      <a:pt x="1" y="0"/>
                    </a:moveTo>
                    <a:lnTo>
                      <a:pt x="1" y="264"/>
                    </a:lnTo>
                    <a:lnTo>
                      <a:pt x="4590" y="264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6"/>
              <p:cNvSpPr/>
              <p:nvPr/>
            </p:nvSpPr>
            <p:spPr>
              <a:xfrm>
                <a:off x="3767474" y="2415558"/>
                <a:ext cx="282400" cy="16365"/>
              </a:xfrm>
              <a:custGeom>
                <a:rect b="b" l="l" r="r" t="t"/>
                <a:pathLst>
                  <a:path extrusionOk="0" h="266" w="4590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6"/>
              <p:cNvSpPr/>
              <p:nvPr/>
            </p:nvSpPr>
            <p:spPr>
              <a:xfrm>
                <a:off x="3767474" y="2481264"/>
                <a:ext cx="178299" cy="16365"/>
              </a:xfrm>
              <a:custGeom>
                <a:rect b="b" l="l" r="r" t="t"/>
                <a:pathLst>
                  <a:path extrusionOk="0" h="266" w="2898">
                    <a:moveTo>
                      <a:pt x="1" y="1"/>
                    </a:moveTo>
                    <a:lnTo>
                      <a:pt x="1" y="265"/>
                    </a:lnTo>
                    <a:lnTo>
                      <a:pt x="2898" y="265"/>
                    </a:lnTo>
                    <a:lnTo>
                      <a:pt x="28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6"/>
              <p:cNvSpPr/>
              <p:nvPr/>
            </p:nvSpPr>
            <p:spPr>
              <a:xfrm>
                <a:off x="3767474" y="2513809"/>
                <a:ext cx="282400" cy="15688"/>
              </a:xfrm>
              <a:custGeom>
                <a:rect b="b" l="l" r="r" t="t"/>
                <a:pathLst>
                  <a:path extrusionOk="0" h="255" w="4590">
                    <a:moveTo>
                      <a:pt x="1" y="0"/>
                    </a:moveTo>
                    <a:lnTo>
                      <a:pt x="1" y="254"/>
                    </a:lnTo>
                    <a:lnTo>
                      <a:pt x="4590" y="254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6"/>
              <p:cNvSpPr/>
              <p:nvPr/>
            </p:nvSpPr>
            <p:spPr>
              <a:xfrm>
                <a:off x="3767474" y="2546970"/>
                <a:ext cx="86566" cy="16365"/>
              </a:xfrm>
              <a:custGeom>
                <a:rect b="b" l="l" r="r" t="t"/>
                <a:pathLst>
                  <a:path extrusionOk="0" h="266" w="1407">
                    <a:moveTo>
                      <a:pt x="1" y="1"/>
                    </a:moveTo>
                    <a:lnTo>
                      <a:pt x="1" y="265"/>
                    </a:lnTo>
                    <a:lnTo>
                      <a:pt x="1407" y="265"/>
                    </a:lnTo>
                    <a:lnTo>
                      <a:pt x="14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6"/>
              <p:cNvSpPr/>
              <p:nvPr/>
            </p:nvSpPr>
            <p:spPr>
              <a:xfrm>
                <a:off x="3868990" y="2546970"/>
                <a:ext cx="180883" cy="16365"/>
              </a:xfrm>
              <a:custGeom>
                <a:rect b="b" l="l" r="r" t="t"/>
                <a:pathLst>
                  <a:path extrusionOk="0" h="266" w="2940">
                    <a:moveTo>
                      <a:pt x="0" y="1"/>
                    </a:moveTo>
                    <a:lnTo>
                      <a:pt x="0" y="265"/>
                    </a:lnTo>
                    <a:lnTo>
                      <a:pt x="2940" y="265"/>
                    </a:lnTo>
                    <a:lnTo>
                      <a:pt x="29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6"/>
              <p:cNvSpPr/>
              <p:nvPr/>
            </p:nvSpPr>
            <p:spPr>
              <a:xfrm>
                <a:off x="3451912" y="2670569"/>
                <a:ext cx="282461" cy="16365"/>
              </a:xfrm>
              <a:custGeom>
                <a:rect b="b" l="l" r="r" t="t"/>
                <a:pathLst>
                  <a:path extrusionOk="0" h="266" w="4591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6"/>
              <p:cNvSpPr/>
              <p:nvPr/>
            </p:nvSpPr>
            <p:spPr>
              <a:xfrm>
                <a:off x="3451912" y="2638085"/>
                <a:ext cx="282461" cy="15627"/>
              </a:xfrm>
              <a:custGeom>
                <a:rect b="b" l="l" r="r" t="t"/>
                <a:pathLst>
                  <a:path extrusionOk="0" h="254" w="4591">
                    <a:moveTo>
                      <a:pt x="1" y="0"/>
                    </a:moveTo>
                    <a:lnTo>
                      <a:pt x="1" y="254"/>
                    </a:lnTo>
                    <a:lnTo>
                      <a:pt x="4590" y="254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6"/>
              <p:cNvSpPr/>
              <p:nvPr/>
            </p:nvSpPr>
            <p:spPr>
              <a:xfrm>
                <a:off x="3451912" y="2703114"/>
                <a:ext cx="282461" cy="16303"/>
              </a:xfrm>
              <a:custGeom>
                <a:rect b="b" l="l" r="r" t="t"/>
                <a:pathLst>
                  <a:path extrusionOk="0" h="265" w="4591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6"/>
              <p:cNvSpPr/>
              <p:nvPr/>
            </p:nvSpPr>
            <p:spPr>
              <a:xfrm>
                <a:off x="3451912" y="2735660"/>
                <a:ext cx="282461" cy="16303"/>
              </a:xfrm>
              <a:custGeom>
                <a:rect b="b" l="l" r="r" t="t"/>
                <a:pathLst>
                  <a:path extrusionOk="0" h="265" w="4591">
                    <a:moveTo>
                      <a:pt x="1" y="0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6"/>
              <p:cNvSpPr/>
              <p:nvPr/>
            </p:nvSpPr>
            <p:spPr>
              <a:xfrm>
                <a:off x="3451912" y="2768820"/>
                <a:ext cx="282461" cy="16303"/>
              </a:xfrm>
              <a:custGeom>
                <a:rect b="b" l="l" r="r" t="t"/>
                <a:pathLst>
                  <a:path extrusionOk="0" h="265" w="4591">
                    <a:moveTo>
                      <a:pt x="1" y="1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6"/>
              <p:cNvSpPr/>
              <p:nvPr/>
            </p:nvSpPr>
            <p:spPr>
              <a:xfrm>
                <a:off x="3767474" y="2879438"/>
                <a:ext cx="282400" cy="16303"/>
              </a:xfrm>
              <a:custGeom>
                <a:rect b="b" l="l" r="r" t="t"/>
                <a:pathLst>
                  <a:path extrusionOk="0" h="265" w="4590">
                    <a:moveTo>
                      <a:pt x="1" y="0"/>
                    </a:moveTo>
                    <a:lnTo>
                      <a:pt x="1" y="265"/>
                    </a:lnTo>
                    <a:lnTo>
                      <a:pt x="4590" y="265"/>
                    </a:lnTo>
                    <a:lnTo>
                      <a:pt x="45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6"/>
              <p:cNvSpPr/>
              <p:nvPr/>
            </p:nvSpPr>
            <p:spPr>
              <a:xfrm>
                <a:off x="3767474" y="2846216"/>
                <a:ext cx="282400" cy="15688"/>
              </a:xfrm>
              <a:custGeom>
                <a:rect b="b" l="l" r="r" t="t"/>
                <a:pathLst>
                  <a:path extrusionOk="0" h="255" w="4590">
                    <a:moveTo>
                      <a:pt x="1" y="1"/>
                    </a:moveTo>
                    <a:lnTo>
                      <a:pt x="1" y="255"/>
                    </a:lnTo>
                    <a:lnTo>
                      <a:pt x="4590" y="255"/>
                    </a:lnTo>
                    <a:lnTo>
                      <a:pt x="45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6"/>
              <p:cNvSpPr/>
              <p:nvPr/>
            </p:nvSpPr>
            <p:spPr>
              <a:xfrm>
                <a:off x="3871574" y="2911922"/>
                <a:ext cx="178299" cy="15688"/>
              </a:xfrm>
              <a:custGeom>
                <a:rect b="b" l="l" r="r" t="t"/>
                <a:pathLst>
                  <a:path extrusionOk="0" h="255" w="2898">
                    <a:moveTo>
                      <a:pt x="0" y="1"/>
                    </a:moveTo>
                    <a:lnTo>
                      <a:pt x="0" y="255"/>
                    </a:lnTo>
                    <a:lnTo>
                      <a:pt x="2898" y="255"/>
                    </a:lnTo>
                    <a:lnTo>
                      <a:pt x="28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6"/>
              <p:cNvSpPr/>
              <p:nvPr/>
            </p:nvSpPr>
            <p:spPr>
              <a:xfrm>
                <a:off x="3767474" y="2911922"/>
                <a:ext cx="91119" cy="15688"/>
              </a:xfrm>
              <a:custGeom>
                <a:rect b="b" l="l" r="r" t="t"/>
                <a:pathLst>
                  <a:path extrusionOk="0" h="255" w="1481">
                    <a:moveTo>
                      <a:pt x="1" y="1"/>
                    </a:moveTo>
                    <a:lnTo>
                      <a:pt x="1" y="255"/>
                    </a:lnTo>
                    <a:lnTo>
                      <a:pt x="1481" y="255"/>
                    </a:lnTo>
                    <a:lnTo>
                      <a:pt x="1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6"/>
              <p:cNvSpPr/>
              <p:nvPr/>
            </p:nvSpPr>
            <p:spPr>
              <a:xfrm>
                <a:off x="3767474" y="2944467"/>
                <a:ext cx="216691" cy="15688"/>
              </a:xfrm>
              <a:custGeom>
                <a:rect b="b" l="l" r="r" t="t"/>
                <a:pathLst>
                  <a:path extrusionOk="0" h="255" w="3522">
                    <a:moveTo>
                      <a:pt x="1" y="1"/>
                    </a:moveTo>
                    <a:lnTo>
                      <a:pt x="1" y="254"/>
                    </a:lnTo>
                    <a:lnTo>
                      <a:pt x="3522" y="254"/>
                    </a:lnTo>
                    <a:lnTo>
                      <a:pt x="35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6"/>
              <p:cNvSpPr/>
              <p:nvPr/>
            </p:nvSpPr>
            <p:spPr>
              <a:xfrm>
                <a:off x="3841612" y="2977628"/>
                <a:ext cx="208262" cy="15688"/>
              </a:xfrm>
              <a:custGeom>
                <a:rect b="b" l="l" r="r" t="t"/>
                <a:pathLst>
                  <a:path extrusionOk="0" h="255" w="3385">
                    <a:moveTo>
                      <a:pt x="1" y="1"/>
                    </a:moveTo>
                    <a:lnTo>
                      <a:pt x="1" y="255"/>
                    </a:lnTo>
                    <a:lnTo>
                      <a:pt x="3385" y="255"/>
                    </a:lnTo>
                    <a:lnTo>
                      <a:pt x="338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6"/>
              <p:cNvSpPr/>
              <p:nvPr/>
            </p:nvSpPr>
            <p:spPr>
              <a:xfrm>
                <a:off x="3767474" y="2977628"/>
                <a:ext cx="62509" cy="15688"/>
              </a:xfrm>
              <a:custGeom>
                <a:rect b="b" l="l" r="r" t="t"/>
                <a:pathLst>
                  <a:path extrusionOk="0" h="255" w="1016">
                    <a:moveTo>
                      <a:pt x="1" y="1"/>
                    </a:moveTo>
                    <a:lnTo>
                      <a:pt x="1" y="255"/>
                    </a:lnTo>
                    <a:lnTo>
                      <a:pt x="1016" y="255"/>
                    </a:lnTo>
                    <a:lnTo>
                      <a:pt x="101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26"/>
            <p:cNvGrpSpPr/>
            <p:nvPr/>
          </p:nvGrpSpPr>
          <p:grpSpPr>
            <a:xfrm>
              <a:off x="2685557" y="2595757"/>
              <a:ext cx="662378" cy="271991"/>
              <a:chOff x="2685557" y="2595757"/>
              <a:chExt cx="662378" cy="271991"/>
            </a:xfrm>
          </p:grpSpPr>
          <p:sp>
            <p:nvSpPr>
              <p:cNvPr id="271" name="Google Shape;271;p26"/>
              <p:cNvSpPr/>
              <p:nvPr/>
            </p:nvSpPr>
            <p:spPr>
              <a:xfrm>
                <a:off x="2685557" y="2595757"/>
                <a:ext cx="185498" cy="16365"/>
              </a:xfrm>
              <a:custGeom>
                <a:rect b="b" l="l" r="r" t="t"/>
                <a:pathLst>
                  <a:path extrusionOk="0" h="266" w="3015">
                    <a:moveTo>
                      <a:pt x="0" y="1"/>
                    </a:moveTo>
                    <a:lnTo>
                      <a:pt x="0" y="265"/>
                    </a:lnTo>
                    <a:lnTo>
                      <a:pt x="3014" y="265"/>
                    </a:lnTo>
                    <a:lnTo>
                      <a:pt x="30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6"/>
              <p:cNvSpPr/>
              <p:nvPr/>
            </p:nvSpPr>
            <p:spPr>
              <a:xfrm>
                <a:off x="2918491" y="2595757"/>
                <a:ext cx="429444" cy="16365"/>
              </a:xfrm>
              <a:custGeom>
                <a:rect b="b" l="l" r="r" t="t"/>
                <a:pathLst>
                  <a:path extrusionOk="0" h="266" w="6980">
                    <a:moveTo>
                      <a:pt x="0" y="1"/>
                    </a:moveTo>
                    <a:lnTo>
                      <a:pt x="0" y="265"/>
                    </a:lnTo>
                    <a:lnTo>
                      <a:pt x="6979" y="265"/>
                    </a:lnTo>
                    <a:lnTo>
                      <a:pt x="69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6"/>
              <p:cNvSpPr/>
              <p:nvPr/>
            </p:nvSpPr>
            <p:spPr>
              <a:xfrm>
                <a:off x="2906739" y="2723294"/>
                <a:ext cx="440519" cy="16980"/>
              </a:xfrm>
              <a:custGeom>
                <a:rect b="b" l="l" r="r" t="t"/>
                <a:pathLst>
                  <a:path extrusionOk="0" h="276" w="7160">
                    <a:moveTo>
                      <a:pt x="1" y="0"/>
                    </a:moveTo>
                    <a:lnTo>
                      <a:pt x="1" y="265"/>
                    </a:lnTo>
                    <a:cubicBezTo>
                      <a:pt x="1196" y="275"/>
                      <a:pt x="2390" y="275"/>
                      <a:pt x="3585" y="275"/>
                    </a:cubicBezTo>
                    <a:cubicBezTo>
                      <a:pt x="4780" y="275"/>
                      <a:pt x="5975" y="275"/>
                      <a:pt x="7159" y="265"/>
                    </a:cubicBezTo>
                    <a:lnTo>
                      <a:pt x="7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6"/>
              <p:cNvSpPr/>
              <p:nvPr/>
            </p:nvSpPr>
            <p:spPr>
              <a:xfrm>
                <a:off x="2839062" y="2658880"/>
                <a:ext cx="508197" cy="16980"/>
              </a:xfrm>
              <a:custGeom>
                <a:rect b="b" l="l" r="r" t="t"/>
                <a:pathLst>
                  <a:path extrusionOk="0" h="276" w="8260">
                    <a:moveTo>
                      <a:pt x="1" y="1"/>
                    </a:moveTo>
                    <a:lnTo>
                      <a:pt x="1" y="275"/>
                    </a:lnTo>
                    <a:lnTo>
                      <a:pt x="8259" y="275"/>
                    </a:lnTo>
                    <a:lnTo>
                      <a:pt x="82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6"/>
              <p:cNvSpPr/>
              <p:nvPr/>
            </p:nvSpPr>
            <p:spPr>
              <a:xfrm>
                <a:off x="2811745" y="2787031"/>
                <a:ext cx="536190" cy="16980"/>
              </a:xfrm>
              <a:custGeom>
                <a:rect b="b" l="l" r="r" t="t"/>
                <a:pathLst>
                  <a:path extrusionOk="0" h="276" w="8715">
                    <a:moveTo>
                      <a:pt x="1" y="1"/>
                    </a:moveTo>
                    <a:lnTo>
                      <a:pt x="1" y="276"/>
                    </a:lnTo>
                    <a:lnTo>
                      <a:pt x="8714" y="276"/>
                    </a:lnTo>
                    <a:lnTo>
                      <a:pt x="871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6"/>
              <p:cNvSpPr/>
              <p:nvPr/>
            </p:nvSpPr>
            <p:spPr>
              <a:xfrm>
                <a:off x="2736930" y="2850768"/>
                <a:ext cx="610328" cy="16980"/>
              </a:xfrm>
              <a:custGeom>
                <a:rect b="b" l="l" r="r" t="t"/>
                <a:pathLst>
                  <a:path extrusionOk="0" h="276" w="9920">
                    <a:moveTo>
                      <a:pt x="1" y="1"/>
                    </a:moveTo>
                    <a:lnTo>
                      <a:pt x="1" y="276"/>
                    </a:lnTo>
                    <a:lnTo>
                      <a:pt x="9919" y="276"/>
                    </a:lnTo>
                    <a:lnTo>
                      <a:pt x="99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" name="Google Shape;277;p26"/>
            <p:cNvGrpSpPr/>
            <p:nvPr/>
          </p:nvGrpSpPr>
          <p:grpSpPr>
            <a:xfrm>
              <a:off x="1612746" y="1631023"/>
              <a:ext cx="1025376" cy="353262"/>
              <a:chOff x="1612746" y="1631023"/>
              <a:chExt cx="1025376" cy="353262"/>
            </a:xfrm>
          </p:grpSpPr>
          <p:sp>
            <p:nvSpPr>
              <p:cNvPr id="278" name="Google Shape;278;p26"/>
              <p:cNvSpPr/>
              <p:nvPr/>
            </p:nvSpPr>
            <p:spPr>
              <a:xfrm>
                <a:off x="1684299" y="1634284"/>
                <a:ext cx="286953" cy="16919"/>
              </a:xfrm>
              <a:custGeom>
                <a:rect b="b" l="l" r="r" t="t"/>
                <a:pathLst>
                  <a:path extrusionOk="0" h="275" w="4664">
                    <a:moveTo>
                      <a:pt x="1" y="0"/>
                    </a:moveTo>
                    <a:lnTo>
                      <a:pt x="1" y="275"/>
                    </a:lnTo>
                    <a:lnTo>
                      <a:pt x="4664" y="275"/>
                    </a:lnTo>
                    <a:lnTo>
                      <a:pt x="466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6"/>
              <p:cNvSpPr/>
              <p:nvPr/>
            </p:nvSpPr>
            <p:spPr>
              <a:xfrm>
                <a:off x="2342063" y="1634284"/>
                <a:ext cx="296058" cy="16919"/>
              </a:xfrm>
              <a:custGeom>
                <a:rect b="b" l="l" r="r" t="t"/>
                <a:pathLst>
                  <a:path extrusionOk="0" h="275" w="4812">
                    <a:moveTo>
                      <a:pt x="0" y="0"/>
                    </a:moveTo>
                    <a:lnTo>
                      <a:pt x="0" y="275"/>
                    </a:lnTo>
                    <a:lnTo>
                      <a:pt x="4811" y="275"/>
                    </a:lnTo>
                    <a:lnTo>
                      <a:pt x="48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6"/>
              <p:cNvSpPr/>
              <p:nvPr/>
            </p:nvSpPr>
            <p:spPr>
              <a:xfrm>
                <a:off x="2433120" y="1698021"/>
                <a:ext cx="205001" cy="16980"/>
              </a:xfrm>
              <a:custGeom>
                <a:rect b="b" l="l" r="r" t="t"/>
                <a:pathLst>
                  <a:path extrusionOk="0" h="276" w="3332">
                    <a:moveTo>
                      <a:pt x="1" y="0"/>
                    </a:moveTo>
                    <a:lnTo>
                      <a:pt x="1" y="275"/>
                    </a:lnTo>
                    <a:lnTo>
                      <a:pt x="3331" y="275"/>
                    </a:lnTo>
                    <a:lnTo>
                      <a:pt x="333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6"/>
              <p:cNvSpPr/>
              <p:nvPr/>
            </p:nvSpPr>
            <p:spPr>
              <a:xfrm>
                <a:off x="2348523" y="1826172"/>
                <a:ext cx="289598" cy="16980"/>
              </a:xfrm>
              <a:custGeom>
                <a:rect b="b" l="l" r="r" t="t"/>
                <a:pathLst>
                  <a:path extrusionOk="0" h="276" w="4707">
                    <a:moveTo>
                      <a:pt x="1" y="0"/>
                    </a:moveTo>
                    <a:lnTo>
                      <a:pt x="1" y="275"/>
                    </a:lnTo>
                    <a:lnTo>
                      <a:pt x="4706" y="275"/>
                    </a:lnTo>
                    <a:lnTo>
                      <a:pt x="47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6"/>
              <p:cNvSpPr/>
              <p:nvPr/>
            </p:nvSpPr>
            <p:spPr>
              <a:xfrm>
                <a:off x="2291305" y="1889910"/>
                <a:ext cx="346816" cy="16980"/>
              </a:xfrm>
              <a:custGeom>
                <a:rect b="b" l="l" r="r" t="t"/>
                <a:pathLst>
                  <a:path extrusionOk="0" h="276" w="5637">
                    <a:moveTo>
                      <a:pt x="0" y="1"/>
                    </a:moveTo>
                    <a:lnTo>
                      <a:pt x="0" y="276"/>
                    </a:lnTo>
                    <a:lnTo>
                      <a:pt x="5636" y="276"/>
                    </a:lnTo>
                    <a:lnTo>
                      <a:pt x="56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6"/>
              <p:cNvSpPr/>
              <p:nvPr/>
            </p:nvSpPr>
            <p:spPr>
              <a:xfrm>
                <a:off x="2192434" y="1964106"/>
                <a:ext cx="445687" cy="16980"/>
              </a:xfrm>
              <a:custGeom>
                <a:rect b="b" l="l" r="r" t="t"/>
                <a:pathLst>
                  <a:path extrusionOk="0" h="276" w="7244">
                    <a:moveTo>
                      <a:pt x="0" y="0"/>
                    </a:moveTo>
                    <a:lnTo>
                      <a:pt x="0" y="275"/>
                    </a:lnTo>
                    <a:lnTo>
                      <a:pt x="7243" y="275"/>
                    </a:lnTo>
                    <a:lnTo>
                      <a:pt x="724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6"/>
              <p:cNvSpPr/>
              <p:nvPr/>
            </p:nvSpPr>
            <p:spPr>
              <a:xfrm>
                <a:off x="2018072" y="1634284"/>
                <a:ext cx="286953" cy="16919"/>
              </a:xfrm>
              <a:custGeom>
                <a:rect b="b" l="l" r="r" t="t"/>
                <a:pathLst>
                  <a:path extrusionOk="0" h="275" w="4664">
                    <a:moveTo>
                      <a:pt x="0" y="0"/>
                    </a:moveTo>
                    <a:lnTo>
                      <a:pt x="0" y="275"/>
                    </a:lnTo>
                    <a:lnTo>
                      <a:pt x="4663" y="275"/>
                    </a:lnTo>
                    <a:lnTo>
                      <a:pt x="466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6"/>
              <p:cNvSpPr/>
              <p:nvPr/>
            </p:nvSpPr>
            <p:spPr>
              <a:xfrm>
                <a:off x="2173546" y="1761758"/>
                <a:ext cx="464575" cy="17657"/>
              </a:xfrm>
              <a:custGeom>
                <a:rect b="b" l="l" r="r" t="t"/>
                <a:pathLst>
                  <a:path extrusionOk="0" h="287" w="7551">
                    <a:moveTo>
                      <a:pt x="0" y="1"/>
                    </a:moveTo>
                    <a:lnTo>
                      <a:pt x="0" y="276"/>
                    </a:lnTo>
                    <a:lnTo>
                      <a:pt x="931" y="276"/>
                    </a:lnTo>
                    <a:cubicBezTo>
                      <a:pt x="2358" y="286"/>
                      <a:pt x="3078" y="286"/>
                      <a:pt x="3786" y="286"/>
                    </a:cubicBezTo>
                    <a:lnTo>
                      <a:pt x="3786" y="276"/>
                    </a:lnTo>
                    <a:lnTo>
                      <a:pt x="7550" y="276"/>
                    </a:lnTo>
                    <a:lnTo>
                      <a:pt x="7550" y="1"/>
                    </a:lnTo>
                    <a:lnTo>
                      <a:pt x="6631" y="1"/>
                    </a:lnTo>
                    <a:cubicBezTo>
                      <a:pt x="5684" y="6"/>
                      <a:pt x="4735" y="9"/>
                      <a:pt x="3785" y="9"/>
                    </a:cubicBezTo>
                    <a:cubicBezTo>
                      <a:pt x="2834" y="9"/>
                      <a:pt x="1883" y="6"/>
                      <a:pt x="93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6"/>
              <p:cNvSpPr/>
              <p:nvPr/>
            </p:nvSpPr>
            <p:spPr>
              <a:xfrm>
                <a:off x="1684299" y="1761758"/>
                <a:ext cx="441134" cy="17657"/>
              </a:xfrm>
              <a:custGeom>
                <a:rect b="b" l="l" r="r" t="t"/>
                <a:pathLst>
                  <a:path extrusionOk="0" h="287" w="7170">
                    <a:moveTo>
                      <a:pt x="1" y="1"/>
                    </a:moveTo>
                    <a:lnTo>
                      <a:pt x="1" y="276"/>
                    </a:lnTo>
                    <a:cubicBezTo>
                      <a:pt x="1185" y="276"/>
                      <a:pt x="2380" y="286"/>
                      <a:pt x="3575" y="286"/>
                    </a:cubicBezTo>
                    <a:cubicBezTo>
                      <a:pt x="4770" y="286"/>
                      <a:pt x="5975" y="276"/>
                      <a:pt x="7170" y="276"/>
                    </a:cubicBezTo>
                    <a:lnTo>
                      <a:pt x="7170" y="1"/>
                    </a:lnTo>
                    <a:cubicBezTo>
                      <a:pt x="5975" y="6"/>
                      <a:pt x="4775" y="9"/>
                      <a:pt x="3577" y="9"/>
                    </a:cubicBezTo>
                    <a:cubicBezTo>
                      <a:pt x="2380" y="9"/>
                      <a:pt x="1185" y="6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6"/>
              <p:cNvSpPr/>
              <p:nvPr/>
            </p:nvSpPr>
            <p:spPr>
              <a:xfrm>
                <a:off x="1684299" y="1698021"/>
                <a:ext cx="707907" cy="16980"/>
              </a:xfrm>
              <a:custGeom>
                <a:rect b="b" l="l" r="r" t="t"/>
                <a:pathLst>
                  <a:path extrusionOk="0" h="276" w="11506">
                    <a:moveTo>
                      <a:pt x="1" y="0"/>
                    </a:moveTo>
                    <a:lnTo>
                      <a:pt x="1" y="275"/>
                    </a:lnTo>
                    <a:lnTo>
                      <a:pt x="11505" y="275"/>
                    </a:lnTo>
                    <a:lnTo>
                      <a:pt x="115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6"/>
              <p:cNvSpPr/>
              <p:nvPr/>
            </p:nvSpPr>
            <p:spPr>
              <a:xfrm>
                <a:off x="1684299" y="1964106"/>
                <a:ext cx="469128" cy="16980"/>
              </a:xfrm>
              <a:custGeom>
                <a:rect b="b" l="l" r="r" t="t"/>
                <a:pathLst>
                  <a:path extrusionOk="0" h="276" w="7625">
                    <a:moveTo>
                      <a:pt x="1" y="0"/>
                    </a:moveTo>
                    <a:lnTo>
                      <a:pt x="1" y="275"/>
                    </a:lnTo>
                    <a:lnTo>
                      <a:pt x="7625" y="275"/>
                    </a:lnTo>
                    <a:lnTo>
                      <a:pt x="76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1684299" y="1826172"/>
                <a:ext cx="627863" cy="16980"/>
              </a:xfrm>
              <a:custGeom>
                <a:rect b="b" l="l" r="r" t="t"/>
                <a:pathLst>
                  <a:path extrusionOk="0" h="276" w="10205">
                    <a:moveTo>
                      <a:pt x="1" y="0"/>
                    </a:moveTo>
                    <a:lnTo>
                      <a:pt x="1" y="275"/>
                    </a:lnTo>
                    <a:lnTo>
                      <a:pt x="10205" y="275"/>
                    </a:lnTo>
                    <a:lnTo>
                      <a:pt x="102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1684299" y="1889910"/>
                <a:ext cx="568676" cy="16980"/>
              </a:xfrm>
              <a:custGeom>
                <a:rect b="b" l="l" r="r" t="t"/>
                <a:pathLst>
                  <a:path extrusionOk="0" h="276" w="9243">
                    <a:moveTo>
                      <a:pt x="1" y="1"/>
                    </a:moveTo>
                    <a:lnTo>
                      <a:pt x="1" y="276"/>
                    </a:lnTo>
                    <a:lnTo>
                      <a:pt x="9242" y="276"/>
                    </a:lnTo>
                    <a:lnTo>
                      <a:pt x="92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1612746" y="1631023"/>
                <a:ext cx="23503" cy="23440"/>
              </a:xfrm>
              <a:custGeom>
                <a:rect b="b" l="l" r="r" t="t"/>
                <a:pathLst>
                  <a:path extrusionOk="0" h="381" w="382">
                    <a:moveTo>
                      <a:pt x="191" y="0"/>
                    </a:moveTo>
                    <a:cubicBezTo>
                      <a:pt x="85" y="0"/>
                      <a:pt x="0" y="85"/>
                      <a:pt x="0" y="190"/>
                    </a:cubicBezTo>
                    <a:cubicBezTo>
                      <a:pt x="0" y="296"/>
                      <a:pt x="85" y="381"/>
                      <a:pt x="191" y="381"/>
                    </a:cubicBezTo>
                    <a:cubicBezTo>
                      <a:pt x="296" y="381"/>
                      <a:pt x="381" y="296"/>
                      <a:pt x="381" y="190"/>
                    </a:cubicBezTo>
                    <a:cubicBezTo>
                      <a:pt x="381" y="85"/>
                      <a:pt x="296" y="0"/>
                      <a:pt x="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6"/>
              <p:cNvSpPr/>
              <p:nvPr/>
            </p:nvSpPr>
            <p:spPr>
              <a:xfrm>
                <a:off x="1612746" y="1694760"/>
                <a:ext cx="23503" cy="23502"/>
              </a:xfrm>
              <a:custGeom>
                <a:rect b="b" l="l" r="r" t="t"/>
                <a:pathLst>
                  <a:path extrusionOk="0" h="382" w="382">
                    <a:moveTo>
                      <a:pt x="191" y="0"/>
                    </a:moveTo>
                    <a:cubicBezTo>
                      <a:pt x="85" y="0"/>
                      <a:pt x="0" y="85"/>
                      <a:pt x="0" y="191"/>
                    </a:cubicBezTo>
                    <a:cubicBezTo>
                      <a:pt x="0" y="297"/>
                      <a:pt x="85" y="381"/>
                      <a:pt x="191" y="381"/>
                    </a:cubicBezTo>
                    <a:cubicBezTo>
                      <a:pt x="296" y="381"/>
                      <a:pt x="381" y="297"/>
                      <a:pt x="381" y="191"/>
                    </a:cubicBezTo>
                    <a:cubicBezTo>
                      <a:pt x="381" y="85"/>
                      <a:pt x="296" y="0"/>
                      <a:pt x="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6"/>
              <p:cNvSpPr/>
              <p:nvPr/>
            </p:nvSpPr>
            <p:spPr>
              <a:xfrm>
                <a:off x="1612746" y="1758498"/>
                <a:ext cx="23503" cy="23502"/>
              </a:xfrm>
              <a:custGeom>
                <a:rect b="b" l="l" r="r" t="t"/>
                <a:pathLst>
                  <a:path extrusionOk="0" h="382" w="382">
                    <a:moveTo>
                      <a:pt x="191" y="1"/>
                    </a:moveTo>
                    <a:cubicBezTo>
                      <a:pt x="85" y="1"/>
                      <a:pt x="0" y="85"/>
                      <a:pt x="0" y="191"/>
                    </a:cubicBezTo>
                    <a:cubicBezTo>
                      <a:pt x="0" y="297"/>
                      <a:pt x="85" y="381"/>
                      <a:pt x="191" y="381"/>
                    </a:cubicBezTo>
                    <a:cubicBezTo>
                      <a:pt x="296" y="381"/>
                      <a:pt x="381" y="297"/>
                      <a:pt x="381" y="191"/>
                    </a:cubicBezTo>
                    <a:cubicBezTo>
                      <a:pt x="381" y="85"/>
                      <a:pt x="296" y="1"/>
                      <a:pt x="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6"/>
              <p:cNvSpPr/>
              <p:nvPr/>
            </p:nvSpPr>
            <p:spPr>
              <a:xfrm>
                <a:off x="1612746" y="1822235"/>
                <a:ext cx="23503" cy="23502"/>
              </a:xfrm>
              <a:custGeom>
                <a:rect b="b" l="l" r="r" t="t"/>
                <a:pathLst>
                  <a:path extrusionOk="0" h="382" w="382">
                    <a:moveTo>
                      <a:pt x="191" y="1"/>
                    </a:moveTo>
                    <a:cubicBezTo>
                      <a:pt x="85" y="1"/>
                      <a:pt x="0" y="86"/>
                      <a:pt x="0" y="191"/>
                    </a:cubicBezTo>
                    <a:cubicBezTo>
                      <a:pt x="0" y="297"/>
                      <a:pt x="85" y="382"/>
                      <a:pt x="191" y="382"/>
                    </a:cubicBezTo>
                    <a:cubicBezTo>
                      <a:pt x="296" y="382"/>
                      <a:pt x="381" y="297"/>
                      <a:pt x="381" y="191"/>
                    </a:cubicBezTo>
                    <a:cubicBezTo>
                      <a:pt x="381" y="86"/>
                      <a:pt x="296" y="1"/>
                      <a:pt x="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6"/>
              <p:cNvSpPr/>
              <p:nvPr/>
            </p:nvSpPr>
            <p:spPr>
              <a:xfrm>
                <a:off x="1612746" y="1886649"/>
                <a:ext cx="23503" cy="23502"/>
              </a:xfrm>
              <a:custGeom>
                <a:rect b="b" l="l" r="r" t="t"/>
                <a:pathLst>
                  <a:path extrusionOk="0" h="382" w="382">
                    <a:moveTo>
                      <a:pt x="191" y="1"/>
                    </a:moveTo>
                    <a:cubicBezTo>
                      <a:pt x="85" y="1"/>
                      <a:pt x="0" y="85"/>
                      <a:pt x="0" y="191"/>
                    </a:cubicBezTo>
                    <a:cubicBezTo>
                      <a:pt x="0" y="286"/>
                      <a:pt x="85" y="382"/>
                      <a:pt x="191" y="382"/>
                    </a:cubicBezTo>
                    <a:cubicBezTo>
                      <a:pt x="296" y="382"/>
                      <a:pt x="381" y="286"/>
                      <a:pt x="381" y="191"/>
                    </a:cubicBezTo>
                    <a:cubicBezTo>
                      <a:pt x="381" y="85"/>
                      <a:pt x="296" y="1"/>
                      <a:pt x="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6"/>
              <p:cNvSpPr/>
              <p:nvPr/>
            </p:nvSpPr>
            <p:spPr>
              <a:xfrm>
                <a:off x="1612746" y="1960845"/>
                <a:ext cx="23503" cy="23440"/>
              </a:xfrm>
              <a:custGeom>
                <a:rect b="b" l="l" r="r" t="t"/>
                <a:pathLst>
                  <a:path extrusionOk="0" h="381" w="382">
                    <a:moveTo>
                      <a:pt x="191" y="0"/>
                    </a:moveTo>
                    <a:cubicBezTo>
                      <a:pt x="85" y="0"/>
                      <a:pt x="0" y="85"/>
                      <a:pt x="0" y="191"/>
                    </a:cubicBezTo>
                    <a:cubicBezTo>
                      <a:pt x="0" y="296"/>
                      <a:pt x="85" y="381"/>
                      <a:pt x="191" y="381"/>
                    </a:cubicBezTo>
                    <a:cubicBezTo>
                      <a:pt x="296" y="381"/>
                      <a:pt x="381" y="296"/>
                      <a:pt x="381" y="191"/>
                    </a:cubicBezTo>
                    <a:cubicBezTo>
                      <a:pt x="381" y="85"/>
                      <a:pt x="296" y="0"/>
                      <a:pt x="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7" name="Google Shape;297;p26"/>
            <p:cNvSpPr/>
            <p:nvPr/>
          </p:nvSpPr>
          <p:spPr>
            <a:xfrm>
              <a:off x="2710290" y="1629054"/>
              <a:ext cx="8490" cy="381932"/>
            </a:xfrm>
            <a:custGeom>
              <a:rect b="b" l="l" r="r" t="t"/>
              <a:pathLst>
                <a:path extrusionOk="0" h="6208" w="138">
                  <a:moveTo>
                    <a:pt x="74" y="0"/>
                  </a:moveTo>
                  <a:cubicBezTo>
                    <a:pt x="32" y="0"/>
                    <a:pt x="0" y="32"/>
                    <a:pt x="0" y="74"/>
                  </a:cubicBezTo>
                  <a:lnTo>
                    <a:pt x="0" y="6134"/>
                  </a:lnTo>
                  <a:cubicBezTo>
                    <a:pt x="0" y="6176"/>
                    <a:pt x="32" y="6208"/>
                    <a:pt x="74" y="6208"/>
                  </a:cubicBezTo>
                  <a:cubicBezTo>
                    <a:pt x="106" y="6208"/>
                    <a:pt x="138" y="6176"/>
                    <a:pt x="138" y="6134"/>
                  </a:cubicBezTo>
                  <a:lnTo>
                    <a:pt x="138" y="74"/>
                  </a:lnTo>
                  <a:cubicBezTo>
                    <a:pt x="138" y="32"/>
                    <a:pt x="106" y="0"/>
                    <a:pt x="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8" name="Google Shape;298;p26"/>
            <p:cNvGrpSpPr/>
            <p:nvPr/>
          </p:nvGrpSpPr>
          <p:grpSpPr>
            <a:xfrm>
              <a:off x="1850847" y="2338778"/>
              <a:ext cx="501675" cy="528970"/>
              <a:chOff x="1850847" y="2338778"/>
              <a:chExt cx="501675" cy="528970"/>
            </a:xfrm>
          </p:grpSpPr>
          <p:sp>
            <p:nvSpPr>
              <p:cNvPr id="299" name="Google Shape;299;p26"/>
              <p:cNvSpPr/>
              <p:nvPr/>
            </p:nvSpPr>
            <p:spPr>
              <a:xfrm>
                <a:off x="1850847" y="2543094"/>
                <a:ext cx="169194" cy="272606"/>
              </a:xfrm>
              <a:custGeom>
                <a:rect b="b" l="l" r="r" t="t"/>
                <a:pathLst>
                  <a:path extrusionOk="0" h="4431" w="2750">
                    <a:moveTo>
                      <a:pt x="582" y="0"/>
                    </a:moveTo>
                    <a:cubicBezTo>
                      <a:pt x="540" y="0"/>
                      <a:pt x="508" y="32"/>
                      <a:pt x="508" y="74"/>
                    </a:cubicBezTo>
                    <a:cubicBezTo>
                      <a:pt x="508" y="106"/>
                      <a:pt x="540" y="138"/>
                      <a:pt x="582" y="138"/>
                    </a:cubicBezTo>
                    <a:lnTo>
                      <a:pt x="995" y="138"/>
                    </a:lnTo>
                    <a:cubicBezTo>
                      <a:pt x="1037" y="138"/>
                      <a:pt x="1069" y="106"/>
                      <a:pt x="1069" y="74"/>
                    </a:cubicBezTo>
                    <a:cubicBezTo>
                      <a:pt x="1069" y="32"/>
                      <a:pt x="1037" y="0"/>
                      <a:pt x="995" y="0"/>
                    </a:cubicBezTo>
                    <a:close/>
                    <a:moveTo>
                      <a:pt x="1417" y="0"/>
                    </a:moveTo>
                    <a:cubicBezTo>
                      <a:pt x="1375" y="0"/>
                      <a:pt x="1343" y="32"/>
                      <a:pt x="1343" y="74"/>
                    </a:cubicBezTo>
                    <a:cubicBezTo>
                      <a:pt x="1343" y="106"/>
                      <a:pt x="1375" y="138"/>
                      <a:pt x="1417" y="138"/>
                    </a:cubicBezTo>
                    <a:lnTo>
                      <a:pt x="1840" y="138"/>
                    </a:lnTo>
                    <a:cubicBezTo>
                      <a:pt x="1872" y="138"/>
                      <a:pt x="1904" y="106"/>
                      <a:pt x="1904" y="74"/>
                    </a:cubicBezTo>
                    <a:cubicBezTo>
                      <a:pt x="1904" y="32"/>
                      <a:pt x="1872" y="0"/>
                      <a:pt x="1840" y="0"/>
                    </a:cubicBezTo>
                    <a:close/>
                    <a:moveTo>
                      <a:pt x="2253" y="0"/>
                    </a:moveTo>
                    <a:cubicBezTo>
                      <a:pt x="2221" y="0"/>
                      <a:pt x="2189" y="32"/>
                      <a:pt x="2189" y="74"/>
                    </a:cubicBezTo>
                    <a:cubicBezTo>
                      <a:pt x="2189" y="106"/>
                      <a:pt x="2221" y="138"/>
                      <a:pt x="2253" y="138"/>
                    </a:cubicBezTo>
                    <a:lnTo>
                      <a:pt x="2676" y="138"/>
                    </a:lnTo>
                    <a:cubicBezTo>
                      <a:pt x="2718" y="138"/>
                      <a:pt x="2750" y="106"/>
                      <a:pt x="2750" y="74"/>
                    </a:cubicBezTo>
                    <a:cubicBezTo>
                      <a:pt x="2750" y="32"/>
                      <a:pt x="2718" y="0"/>
                      <a:pt x="2676" y="0"/>
                    </a:cubicBezTo>
                    <a:close/>
                    <a:moveTo>
                      <a:pt x="201" y="156"/>
                    </a:moveTo>
                    <a:cubicBezTo>
                      <a:pt x="183" y="156"/>
                      <a:pt x="164" y="164"/>
                      <a:pt x="149" y="180"/>
                    </a:cubicBezTo>
                    <a:cubicBezTo>
                      <a:pt x="53" y="286"/>
                      <a:pt x="1" y="423"/>
                      <a:pt x="1" y="561"/>
                    </a:cubicBezTo>
                    <a:lnTo>
                      <a:pt x="1" y="614"/>
                    </a:lnTo>
                    <a:cubicBezTo>
                      <a:pt x="1" y="656"/>
                      <a:pt x="32" y="688"/>
                      <a:pt x="75" y="688"/>
                    </a:cubicBezTo>
                    <a:cubicBezTo>
                      <a:pt x="106" y="688"/>
                      <a:pt x="138" y="656"/>
                      <a:pt x="138" y="614"/>
                    </a:cubicBezTo>
                    <a:lnTo>
                      <a:pt x="138" y="561"/>
                    </a:lnTo>
                    <a:cubicBezTo>
                      <a:pt x="138" y="455"/>
                      <a:pt x="180" y="349"/>
                      <a:pt x="254" y="275"/>
                    </a:cubicBezTo>
                    <a:cubicBezTo>
                      <a:pt x="275" y="244"/>
                      <a:pt x="275" y="201"/>
                      <a:pt x="254" y="180"/>
                    </a:cubicBezTo>
                    <a:cubicBezTo>
                      <a:pt x="238" y="164"/>
                      <a:pt x="220" y="156"/>
                      <a:pt x="201" y="156"/>
                    </a:cubicBezTo>
                    <a:close/>
                    <a:moveTo>
                      <a:pt x="75" y="963"/>
                    </a:moveTo>
                    <a:cubicBezTo>
                      <a:pt x="32" y="963"/>
                      <a:pt x="1" y="994"/>
                      <a:pt x="1" y="1037"/>
                    </a:cubicBezTo>
                    <a:lnTo>
                      <a:pt x="1" y="1449"/>
                    </a:lnTo>
                    <a:cubicBezTo>
                      <a:pt x="1" y="1491"/>
                      <a:pt x="32" y="1523"/>
                      <a:pt x="75" y="1523"/>
                    </a:cubicBezTo>
                    <a:cubicBezTo>
                      <a:pt x="106" y="1523"/>
                      <a:pt x="138" y="1491"/>
                      <a:pt x="138" y="1449"/>
                    </a:cubicBezTo>
                    <a:lnTo>
                      <a:pt x="138" y="1037"/>
                    </a:lnTo>
                    <a:cubicBezTo>
                      <a:pt x="138" y="994"/>
                      <a:pt x="106" y="963"/>
                      <a:pt x="75" y="963"/>
                    </a:cubicBezTo>
                    <a:close/>
                    <a:moveTo>
                      <a:pt x="75" y="1809"/>
                    </a:moveTo>
                    <a:cubicBezTo>
                      <a:pt x="32" y="1809"/>
                      <a:pt x="1" y="1840"/>
                      <a:pt x="1" y="1872"/>
                    </a:cubicBezTo>
                    <a:lnTo>
                      <a:pt x="1" y="2295"/>
                    </a:lnTo>
                    <a:cubicBezTo>
                      <a:pt x="1" y="2327"/>
                      <a:pt x="32" y="2358"/>
                      <a:pt x="75" y="2358"/>
                    </a:cubicBezTo>
                    <a:cubicBezTo>
                      <a:pt x="106" y="2358"/>
                      <a:pt x="138" y="2327"/>
                      <a:pt x="138" y="2295"/>
                    </a:cubicBezTo>
                    <a:lnTo>
                      <a:pt x="138" y="1872"/>
                    </a:lnTo>
                    <a:cubicBezTo>
                      <a:pt x="138" y="1840"/>
                      <a:pt x="106" y="1809"/>
                      <a:pt x="75" y="1809"/>
                    </a:cubicBezTo>
                    <a:close/>
                    <a:moveTo>
                      <a:pt x="75" y="2644"/>
                    </a:moveTo>
                    <a:cubicBezTo>
                      <a:pt x="32" y="2644"/>
                      <a:pt x="1" y="2676"/>
                      <a:pt x="1" y="2718"/>
                    </a:cubicBezTo>
                    <a:lnTo>
                      <a:pt x="1" y="3130"/>
                    </a:lnTo>
                    <a:cubicBezTo>
                      <a:pt x="1" y="3173"/>
                      <a:pt x="32" y="3204"/>
                      <a:pt x="75" y="3204"/>
                    </a:cubicBezTo>
                    <a:cubicBezTo>
                      <a:pt x="106" y="3204"/>
                      <a:pt x="138" y="3173"/>
                      <a:pt x="138" y="3130"/>
                    </a:cubicBezTo>
                    <a:lnTo>
                      <a:pt x="138" y="2718"/>
                    </a:lnTo>
                    <a:cubicBezTo>
                      <a:pt x="138" y="2676"/>
                      <a:pt x="106" y="2644"/>
                      <a:pt x="75" y="2644"/>
                    </a:cubicBezTo>
                    <a:close/>
                    <a:moveTo>
                      <a:pt x="75" y="3479"/>
                    </a:moveTo>
                    <a:cubicBezTo>
                      <a:pt x="32" y="3479"/>
                      <a:pt x="1" y="3511"/>
                      <a:pt x="1" y="3553"/>
                    </a:cubicBezTo>
                    <a:lnTo>
                      <a:pt x="1" y="3870"/>
                    </a:lnTo>
                    <a:cubicBezTo>
                      <a:pt x="1" y="3902"/>
                      <a:pt x="1" y="3945"/>
                      <a:pt x="11" y="3987"/>
                    </a:cubicBezTo>
                    <a:cubicBezTo>
                      <a:pt x="22" y="4019"/>
                      <a:pt x="53" y="4040"/>
                      <a:pt x="85" y="4040"/>
                    </a:cubicBezTo>
                    <a:lnTo>
                      <a:pt x="96" y="4040"/>
                    </a:lnTo>
                    <a:cubicBezTo>
                      <a:pt x="138" y="4029"/>
                      <a:pt x="159" y="3997"/>
                      <a:pt x="149" y="3955"/>
                    </a:cubicBezTo>
                    <a:cubicBezTo>
                      <a:pt x="149" y="3923"/>
                      <a:pt x="138" y="3902"/>
                      <a:pt x="138" y="3870"/>
                    </a:cubicBezTo>
                    <a:lnTo>
                      <a:pt x="138" y="3553"/>
                    </a:lnTo>
                    <a:cubicBezTo>
                      <a:pt x="138" y="3511"/>
                      <a:pt x="106" y="3479"/>
                      <a:pt x="75" y="3479"/>
                    </a:cubicBezTo>
                    <a:close/>
                    <a:moveTo>
                      <a:pt x="324" y="4230"/>
                    </a:moveTo>
                    <a:cubicBezTo>
                      <a:pt x="301" y="4230"/>
                      <a:pt x="279" y="4241"/>
                      <a:pt x="265" y="4262"/>
                    </a:cubicBezTo>
                    <a:cubicBezTo>
                      <a:pt x="244" y="4304"/>
                      <a:pt x="254" y="4346"/>
                      <a:pt x="297" y="4357"/>
                    </a:cubicBezTo>
                    <a:cubicBezTo>
                      <a:pt x="371" y="4410"/>
                      <a:pt x="466" y="4431"/>
                      <a:pt x="561" y="4431"/>
                    </a:cubicBezTo>
                    <a:lnTo>
                      <a:pt x="730" y="4431"/>
                    </a:lnTo>
                    <a:cubicBezTo>
                      <a:pt x="772" y="4431"/>
                      <a:pt x="804" y="4399"/>
                      <a:pt x="804" y="4357"/>
                    </a:cubicBezTo>
                    <a:cubicBezTo>
                      <a:pt x="804" y="4325"/>
                      <a:pt x="772" y="4293"/>
                      <a:pt x="730" y="4293"/>
                    </a:cubicBezTo>
                    <a:lnTo>
                      <a:pt x="561" y="4293"/>
                    </a:lnTo>
                    <a:cubicBezTo>
                      <a:pt x="498" y="4293"/>
                      <a:pt x="424" y="4272"/>
                      <a:pt x="360" y="4241"/>
                    </a:cubicBezTo>
                    <a:cubicBezTo>
                      <a:pt x="349" y="4233"/>
                      <a:pt x="336" y="4230"/>
                      <a:pt x="324" y="4230"/>
                    </a:cubicBezTo>
                    <a:close/>
                    <a:moveTo>
                      <a:pt x="1153" y="4293"/>
                    </a:moveTo>
                    <a:cubicBezTo>
                      <a:pt x="1121" y="4293"/>
                      <a:pt x="1079" y="4325"/>
                      <a:pt x="1079" y="4357"/>
                    </a:cubicBezTo>
                    <a:cubicBezTo>
                      <a:pt x="1079" y="4399"/>
                      <a:pt x="1121" y="4431"/>
                      <a:pt x="1153" y="4431"/>
                    </a:cubicBezTo>
                    <a:lnTo>
                      <a:pt x="1576" y="4431"/>
                    </a:lnTo>
                    <a:cubicBezTo>
                      <a:pt x="1618" y="4431"/>
                      <a:pt x="1650" y="4399"/>
                      <a:pt x="1650" y="4357"/>
                    </a:cubicBezTo>
                    <a:cubicBezTo>
                      <a:pt x="1650" y="4325"/>
                      <a:pt x="1618" y="4293"/>
                      <a:pt x="1576" y="4293"/>
                    </a:cubicBezTo>
                    <a:close/>
                    <a:moveTo>
                      <a:pt x="1989" y="4293"/>
                    </a:moveTo>
                    <a:cubicBezTo>
                      <a:pt x="1957" y="4293"/>
                      <a:pt x="1925" y="4325"/>
                      <a:pt x="1925" y="4357"/>
                    </a:cubicBezTo>
                    <a:cubicBezTo>
                      <a:pt x="1925" y="4399"/>
                      <a:pt x="1957" y="4431"/>
                      <a:pt x="1989" y="4431"/>
                    </a:cubicBezTo>
                    <a:lnTo>
                      <a:pt x="2411" y="4431"/>
                    </a:lnTo>
                    <a:cubicBezTo>
                      <a:pt x="2454" y="4431"/>
                      <a:pt x="2486" y="4399"/>
                      <a:pt x="2486" y="4357"/>
                    </a:cubicBezTo>
                    <a:cubicBezTo>
                      <a:pt x="2486" y="4325"/>
                      <a:pt x="2454" y="4293"/>
                      <a:pt x="2411" y="42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>
                <a:off x="1954948" y="2703791"/>
                <a:ext cx="138001" cy="17595"/>
              </a:xfrm>
              <a:custGeom>
                <a:rect b="b" l="l" r="r" t="t"/>
                <a:pathLst>
                  <a:path extrusionOk="0" h="286" w="2243">
                    <a:moveTo>
                      <a:pt x="0" y="0"/>
                    </a:moveTo>
                    <a:lnTo>
                      <a:pt x="0" y="286"/>
                    </a:lnTo>
                    <a:lnTo>
                      <a:pt x="2242" y="286"/>
                    </a:lnTo>
                    <a:lnTo>
                      <a:pt x="22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6"/>
              <p:cNvSpPr/>
              <p:nvPr/>
            </p:nvSpPr>
            <p:spPr>
              <a:xfrm>
                <a:off x="2129309" y="2703791"/>
                <a:ext cx="223213" cy="17595"/>
              </a:xfrm>
              <a:custGeom>
                <a:rect b="b" l="l" r="r" t="t"/>
                <a:pathLst>
                  <a:path extrusionOk="0" h="286" w="3628">
                    <a:moveTo>
                      <a:pt x="0" y="0"/>
                    </a:moveTo>
                    <a:lnTo>
                      <a:pt x="0" y="286"/>
                    </a:lnTo>
                    <a:lnTo>
                      <a:pt x="3627" y="286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>
                <a:off x="2214522" y="2850153"/>
                <a:ext cx="138001" cy="17595"/>
              </a:xfrm>
              <a:custGeom>
                <a:rect b="b" l="l" r="r" t="t"/>
                <a:pathLst>
                  <a:path extrusionOk="0" h="286" w="2243">
                    <a:moveTo>
                      <a:pt x="1" y="0"/>
                    </a:moveTo>
                    <a:lnTo>
                      <a:pt x="1" y="286"/>
                    </a:lnTo>
                    <a:lnTo>
                      <a:pt x="2242" y="286"/>
                    </a:lnTo>
                    <a:lnTo>
                      <a:pt x="22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6"/>
              <p:cNvSpPr/>
              <p:nvPr/>
            </p:nvSpPr>
            <p:spPr>
              <a:xfrm>
                <a:off x="1954948" y="2850153"/>
                <a:ext cx="223213" cy="17595"/>
              </a:xfrm>
              <a:custGeom>
                <a:rect b="b" l="l" r="r" t="t"/>
                <a:pathLst>
                  <a:path extrusionOk="0" h="286" w="3628">
                    <a:moveTo>
                      <a:pt x="0" y="0"/>
                    </a:moveTo>
                    <a:lnTo>
                      <a:pt x="0" y="286"/>
                    </a:lnTo>
                    <a:lnTo>
                      <a:pt x="3627" y="286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6"/>
              <p:cNvSpPr/>
              <p:nvPr/>
            </p:nvSpPr>
            <p:spPr>
              <a:xfrm>
                <a:off x="1954948" y="2753870"/>
                <a:ext cx="243393" cy="16980"/>
              </a:xfrm>
              <a:custGeom>
                <a:rect b="b" l="l" r="r" t="t"/>
                <a:pathLst>
                  <a:path extrusionOk="0" h="276" w="3956">
                    <a:moveTo>
                      <a:pt x="0" y="0"/>
                    </a:moveTo>
                    <a:lnTo>
                      <a:pt x="0" y="275"/>
                    </a:lnTo>
                    <a:lnTo>
                      <a:pt x="3955" y="275"/>
                    </a:lnTo>
                    <a:lnTo>
                      <a:pt x="39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6"/>
              <p:cNvSpPr/>
              <p:nvPr/>
            </p:nvSpPr>
            <p:spPr>
              <a:xfrm>
                <a:off x="2234025" y="2753870"/>
                <a:ext cx="118497" cy="16980"/>
              </a:xfrm>
              <a:custGeom>
                <a:rect b="b" l="l" r="r" t="t"/>
                <a:pathLst>
                  <a:path extrusionOk="0" h="276" w="1926">
                    <a:moveTo>
                      <a:pt x="1" y="0"/>
                    </a:moveTo>
                    <a:lnTo>
                      <a:pt x="1" y="275"/>
                    </a:lnTo>
                    <a:lnTo>
                      <a:pt x="1925" y="275"/>
                    </a:lnTo>
                    <a:lnTo>
                      <a:pt x="19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6"/>
              <p:cNvSpPr/>
              <p:nvPr/>
            </p:nvSpPr>
            <p:spPr>
              <a:xfrm>
                <a:off x="1954948" y="2802658"/>
                <a:ext cx="199772" cy="17595"/>
              </a:xfrm>
              <a:custGeom>
                <a:rect b="b" l="l" r="r" t="t"/>
                <a:pathLst>
                  <a:path extrusionOk="0" h="286" w="3247">
                    <a:moveTo>
                      <a:pt x="0" y="0"/>
                    </a:moveTo>
                    <a:lnTo>
                      <a:pt x="0" y="286"/>
                    </a:lnTo>
                    <a:lnTo>
                      <a:pt x="3247" y="286"/>
                    </a:lnTo>
                    <a:lnTo>
                      <a:pt x="32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6"/>
              <p:cNvSpPr/>
              <p:nvPr/>
            </p:nvSpPr>
            <p:spPr>
              <a:xfrm>
                <a:off x="2217106" y="2802658"/>
                <a:ext cx="135417" cy="17595"/>
              </a:xfrm>
              <a:custGeom>
                <a:rect b="b" l="l" r="r" t="t"/>
                <a:pathLst>
                  <a:path extrusionOk="0" h="286" w="2201">
                    <a:moveTo>
                      <a:pt x="1" y="0"/>
                    </a:moveTo>
                    <a:lnTo>
                      <a:pt x="1" y="286"/>
                    </a:lnTo>
                    <a:lnTo>
                      <a:pt x="2200" y="286"/>
                    </a:lnTo>
                    <a:lnTo>
                      <a:pt x="2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6"/>
              <p:cNvSpPr/>
              <p:nvPr/>
            </p:nvSpPr>
            <p:spPr>
              <a:xfrm>
                <a:off x="1954948" y="2495599"/>
                <a:ext cx="72292" cy="135349"/>
              </a:xfrm>
              <a:custGeom>
                <a:rect b="b" l="l" r="r" t="t"/>
                <a:pathLst>
                  <a:path extrusionOk="0" h="2200" w="1175">
                    <a:moveTo>
                      <a:pt x="0" y="0"/>
                    </a:moveTo>
                    <a:lnTo>
                      <a:pt x="0" y="2200"/>
                    </a:lnTo>
                    <a:lnTo>
                      <a:pt x="1174" y="22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>
                <a:off x="2068154" y="2444843"/>
                <a:ext cx="72907" cy="186106"/>
              </a:xfrm>
              <a:custGeom>
                <a:rect b="b" l="l" r="r" t="t"/>
                <a:pathLst>
                  <a:path extrusionOk="0" h="3025" w="1185">
                    <a:moveTo>
                      <a:pt x="0" y="1"/>
                    </a:moveTo>
                    <a:lnTo>
                      <a:pt x="0" y="3025"/>
                    </a:lnTo>
                    <a:lnTo>
                      <a:pt x="1185" y="3025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6"/>
              <p:cNvSpPr/>
              <p:nvPr/>
            </p:nvSpPr>
            <p:spPr>
              <a:xfrm>
                <a:off x="2178099" y="2338778"/>
                <a:ext cx="72292" cy="291555"/>
              </a:xfrm>
              <a:custGeom>
                <a:rect b="b" l="l" r="r" t="t"/>
                <a:pathLst>
                  <a:path extrusionOk="0" h="4739" w="1175">
                    <a:moveTo>
                      <a:pt x="0" y="1"/>
                    </a:moveTo>
                    <a:lnTo>
                      <a:pt x="0" y="4738"/>
                    </a:lnTo>
                    <a:lnTo>
                      <a:pt x="1174" y="4738"/>
                    </a:lnTo>
                    <a:lnTo>
                      <a:pt x="11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6"/>
              <p:cNvSpPr/>
              <p:nvPr/>
            </p:nvSpPr>
            <p:spPr>
              <a:xfrm>
                <a:off x="2174161" y="2802658"/>
                <a:ext cx="26087" cy="17595"/>
              </a:xfrm>
              <a:custGeom>
                <a:rect b="b" l="l" r="r" t="t"/>
                <a:pathLst>
                  <a:path extrusionOk="0" h="286" w="424">
                    <a:moveTo>
                      <a:pt x="1" y="0"/>
                    </a:moveTo>
                    <a:lnTo>
                      <a:pt x="1" y="286"/>
                    </a:lnTo>
                    <a:lnTo>
                      <a:pt x="424" y="286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2" name="Google Shape;312;p26"/>
            <p:cNvSpPr/>
            <p:nvPr/>
          </p:nvSpPr>
          <p:spPr>
            <a:xfrm>
              <a:off x="2798763" y="1880804"/>
              <a:ext cx="541974" cy="605074"/>
            </a:xfrm>
            <a:custGeom>
              <a:rect b="b" l="l" r="r" t="t"/>
              <a:pathLst>
                <a:path extrusionOk="0" h="9835" w="8809">
                  <a:moveTo>
                    <a:pt x="0" y="1"/>
                  </a:moveTo>
                  <a:lnTo>
                    <a:pt x="0" y="9835"/>
                  </a:lnTo>
                  <a:lnTo>
                    <a:pt x="8809" y="9835"/>
                  </a:lnTo>
                  <a:lnTo>
                    <a:pt x="88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2790273" y="1872376"/>
              <a:ext cx="558955" cy="621992"/>
            </a:xfrm>
            <a:custGeom>
              <a:rect b="b" l="l" r="r" t="t"/>
              <a:pathLst>
                <a:path extrusionOk="0" h="10110" w="9085">
                  <a:moveTo>
                    <a:pt x="8947" y="138"/>
                  </a:moveTo>
                  <a:lnTo>
                    <a:pt x="8947" y="9972"/>
                  </a:lnTo>
                  <a:lnTo>
                    <a:pt x="138" y="9972"/>
                  </a:lnTo>
                  <a:lnTo>
                    <a:pt x="138" y="138"/>
                  </a:lnTo>
                  <a:close/>
                  <a:moveTo>
                    <a:pt x="1" y="0"/>
                  </a:moveTo>
                  <a:lnTo>
                    <a:pt x="1" y="10109"/>
                  </a:lnTo>
                  <a:lnTo>
                    <a:pt x="9084" y="10109"/>
                  </a:lnTo>
                  <a:lnTo>
                    <a:pt x="90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2794825" y="1876929"/>
              <a:ext cx="550464" cy="72227"/>
            </a:xfrm>
            <a:custGeom>
              <a:rect b="b" l="l" r="r" t="t"/>
              <a:pathLst>
                <a:path extrusionOk="0" h="1174" w="8947">
                  <a:moveTo>
                    <a:pt x="1" y="0"/>
                  </a:moveTo>
                  <a:lnTo>
                    <a:pt x="1" y="1174"/>
                  </a:lnTo>
                  <a:lnTo>
                    <a:pt x="8947" y="1174"/>
                  </a:lnTo>
                  <a:lnTo>
                    <a:pt x="89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2842999" y="1988161"/>
              <a:ext cx="378071" cy="13043"/>
            </a:xfrm>
            <a:custGeom>
              <a:rect b="b" l="l" r="r" t="t"/>
              <a:pathLst>
                <a:path extrusionOk="0" h="212" w="6145">
                  <a:moveTo>
                    <a:pt x="0" y="0"/>
                  </a:moveTo>
                  <a:lnTo>
                    <a:pt x="0" y="212"/>
                  </a:lnTo>
                  <a:lnTo>
                    <a:pt x="6144" y="212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2842999" y="2079891"/>
              <a:ext cx="378071" cy="13043"/>
            </a:xfrm>
            <a:custGeom>
              <a:rect b="b" l="l" r="r" t="t"/>
              <a:pathLst>
                <a:path extrusionOk="0" h="212" w="6145">
                  <a:moveTo>
                    <a:pt x="0" y="0"/>
                  </a:moveTo>
                  <a:lnTo>
                    <a:pt x="0" y="212"/>
                  </a:lnTo>
                  <a:lnTo>
                    <a:pt x="6144" y="212"/>
                  </a:lnTo>
                  <a:lnTo>
                    <a:pt x="6144" y="0"/>
                  </a:lnTo>
                  <a:cubicBezTo>
                    <a:pt x="5177" y="6"/>
                    <a:pt x="4119" y="8"/>
                    <a:pt x="3064" y="8"/>
                  </a:cubicBezTo>
                  <a:cubicBezTo>
                    <a:pt x="2010" y="8"/>
                    <a:pt x="957" y="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2842999" y="2034365"/>
              <a:ext cx="378071" cy="12428"/>
            </a:xfrm>
            <a:custGeom>
              <a:rect b="b" l="l" r="r" t="t"/>
              <a:pathLst>
                <a:path extrusionOk="0" h="202" w="6145">
                  <a:moveTo>
                    <a:pt x="0" y="0"/>
                  </a:moveTo>
                  <a:lnTo>
                    <a:pt x="0" y="201"/>
                  </a:lnTo>
                  <a:lnTo>
                    <a:pt x="6144" y="201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2842999" y="2126095"/>
              <a:ext cx="275263" cy="12428"/>
            </a:xfrm>
            <a:custGeom>
              <a:rect b="b" l="l" r="r" t="t"/>
              <a:pathLst>
                <a:path extrusionOk="0" h="202" w="4474">
                  <a:moveTo>
                    <a:pt x="0" y="0"/>
                  </a:moveTo>
                  <a:lnTo>
                    <a:pt x="0" y="201"/>
                  </a:lnTo>
                  <a:lnTo>
                    <a:pt x="4473" y="201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2842999" y="2433769"/>
              <a:ext cx="378071" cy="13104"/>
            </a:xfrm>
            <a:custGeom>
              <a:rect b="b" l="l" r="r" t="t"/>
              <a:pathLst>
                <a:path extrusionOk="0" h="213" w="6145">
                  <a:moveTo>
                    <a:pt x="0" y="1"/>
                  </a:moveTo>
                  <a:lnTo>
                    <a:pt x="0" y="212"/>
                  </a:lnTo>
                  <a:lnTo>
                    <a:pt x="6144" y="212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2842999" y="2342223"/>
              <a:ext cx="378071" cy="12920"/>
            </a:xfrm>
            <a:custGeom>
              <a:rect b="b" l="l" r="r" t="t"/>
              <a:pathLst>
                <a:path extrusionOk="0" h="210" w="6145">
                  <a:moveTo>
                    <a:pt x="3064" y="0"/>
                  </a:moveTo>
                  <a:cubicBezTo>
                    <a:pt x="2010" y="0"/>
                    <a:pt x="957" y="3"/>
                    <a:pt x="0" y="8"/>
                  </a:cubicBezTo>
                  <a:lnTo>
                    <a:pt x="0" y="209"/>
                  </a:lnTo>
                  <a:lnTo>
                    <a:pt x="6144" y="209"/>
                  </a:lnTo>
                  <a:lnTo>
                    <a:pt x="6144" y="8"/>
                  </a:lnTo>
                  <a:cubicBezTo>
                    <a:pt x="5177" y="3"/>
                    <a:pt x="4119" y="0"/>
                    <a:pt x="30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2842999" y="2388242"/>
              <a:ext cx="378071" cy="12428"/>
            </a:xfrm>
            <a:custGeom>
              <a:rect b="b" l="l" r="r" t="t"/>
              <a:pathLst>
                <a:path extrusionOk="0" h="202" w="6145">
                  <a:moveTo>
                    <a:pt x="0" y="1"/>
                  </a:moveTo>
                  <a:lnTo>
                    <a:pt x="0" y="202"/>
                  </a:lnTo>
                  <a:lnTo>
                    <a:pt x="6144" y="202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2842999" y="2296512"/>
              <a:ext cx="275263" cy="13104"/>
            </a:xfrm>
            <a:custGeom>
              <a:rect b="b" l="l" r="r" t="t"/>
              <a:pathLst>
                <a:path extrusionOk="0" h="213" w="4474">
                  <a:moveTo>
                    <a:pt x="0" y="1"/>
                  </a:moveTo>
                  <a:lnTo>
                    <a:pt x="0" y="212"/>
                  </a:lnTo>
                  <a:lnTo>
                    <a:pt x="4473" y="212"/>
                  </a:lnTo>
                  <a:lnTo>
                    <a:pt x="44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3139673" y="2177097"/>
              <a:ext cx="55372" cy="87608"/>
            </a:xfrm>
            <a:custGeom>
              <a:rect b="b" l="l" r="r" t="t"/>
              <a:pathLst>
                <a:path extrusionOk="0" h="1424" w="900">
                  <a:moveTo>
                    <a:pt x="784" y="1"/>
                  </a:moveTo>
                  <a:cubicBezTo>
                    <a:pt x="760" y="1"/>
                    <a:pt x="738" y="9"/>
                    <a:pt x="719" y="28"/>
                  </a:cubicBezTo>
                  <a:lnTo>
                    <a:pt x="32" y="630"/>
                  </a:lnTo>
                  <a:cubicBezTo>
                    <a:pt x="11" y="652"/>
                    <a:pt x="0" y="683"/>
                    <a:pt x="0" y="704"/>
                  </a:cubicBezTo>
                  <a:cubicBezTo>
                    <a:pt x="0" y="736"/>
                    <a:pt x="11" y="768"/>
                    <a:pt x="32" y="789"/>
                  </a:cubicBezTo>
                  <a:lnTo>
                    <a:pt x="719" y="1392"/>
                  </a:lnTo>
                  <a:cubicBezTo>
                    <a:pt x="740" y="1413"/>
                    <a:pt x="762" y="1424"/>
                    <a:pt x="783" y="1424"/>
                  </a:cubicBezTo>
                  <a:cubicBezTo>
                    <a:pt x="815" y="1424"/>
                    <a:pt x="846" y="1402"/>
                    <a:pt x="867" y="1381"/>
                  </a:cubicBezTo>
                  <a:cubicBezTo>
                    <a:pt x="899" y="1339"/>
                    <a:pt x="899" y="1275"/>
                    <a:pt x="857" y="1244"/>
                  </a:cubicBezTo>
                  <a:lnTo>
                    <a:pt x="254" y="704"/>
                  </a:lnTo>
                  <a:lnTo>
                    <a:pt x="857" y="176"/>
                  </a:lnTo>
                  <a:cubicBezTo>
                    <a:pt x="899" y="144"/>
                    <a:pt x="899" y="81"/>
                    <a:pt x="867" y="38"/>
                  </a:cubicBezTo>
                  <a:cubicBezTo>
                    <a:pt x="844" y="15"/>
                    <a:pt x="813" y="1"/>
                    <a:pt x="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246357" y="2177097"/>
              <a:ext cx="55373" cy="87608"/>
            </a:xfrm>
            <a:custGeom>
              <a:rect b="b" l="l" r="r" t="t"/>
              <a:pathLst>
                <a:path extrusionOk="0" h="1424" w="900">
                  <a:moveTo>
                    <a:pt x="117" y="1"/>
                  </a:moveTo>
                  <a:cubicBezTo>
                    <a:pt x="88" y="1"/>
                    <a:pt x="61" y="15"/>
                    <a:pt x="43" y="38"/>
                  </a:cubicBezTo>
                  <a:cubicBezTo>
                    <a:pt x="0" y="81"/>
                    <a:pt x="0" y="144"/>
                    <a:pt x="43" y="176"/>
                  </a:cubicBezTo>
                  <a:lnTo>
                    <a:pt x="646" y="715"/>
                  </a:lnTo>
                  <a:lnTo>
                    <a:pt x="43" y="1244"/>
                  </a:lnTo>
                  <a:cubicBezTo>
                    <a:pt x="0" y="1275"/>
                    <a:pt x="0" y="1339"/>
                    <a:pt x="43" y="1381"/>
                  </a:cubicBezTo>
                  <a:cubicBezTo>
                    <a:pt x="53" y="1413"/>
                    <a:pt x="85" y="1424"/>
                    <a:pt x="117" y="1424"/>
                  </a:cubicBezTo>
                  <a:cubicBezTo>
                    <a:pt x="138" y="1424"/>
                    <a:pt x="159" y="1413"/>
                    <a:pt x="180" y="1392"/>
                  </a:cubicBezTo>
                  <a:lnTo>
                    <a:pt x="868" y="789"/>
                  </a:lnTo>
                  <a:cubicBezTo>
                    <a:pt x="889" y="768"/>
                    <a:pt x="899" y="736"/>
                    <a:pt x="899" y="715"/>
                  </a:cubicBezTo>
                  <a:cubicBezTo>
                    <a:pt x="899" y="683"/>
                    <a:pt x="889" y="652"/>
                    <a:pt x="868" y="630"/>
                  </a:cubicBezTo>
                  <a:lnTo>
                    <a:pt x="180" y="28"/>
                  </a:lnTo>
                  <a:cubicBezTo>
                    <a:pt x="162" y="9"/>
                    <a:pt x="139" y="1"/>
                    <a:pt x="1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2820850" y="1892186"/>
              <a:ext cx="42391" cy="41405"/>
            </a:xfrm>
            <a:custGeom>
              <a:rect b="b" l="l" r="r" t="t"/>
              <a:pathLst>
                <a:path extrusionOk="0" h="673" w="689">
                  <a:moveTo>
                    <a:pt x="64" y="1"/>
                  </a:moveTo>
                  <a:cubicBezTo>
                    <a:pt x="48" y="1"/>
                    <a:pt x="33" y="6"/>
                    <a:pt x="22" y="17"/>
                  </a:cubicBezTo>
                  <a:cubicBezTo>
                    <a:pt x="1" y="38"/>
                    <a:pt x="1" y="80"/>
                    <a:pt x="22" y="101"/>
                  </a:cubicBezTo>
                  <a:lnTo>
                    <a:pt x="265" y="334"/>
                  </a:lnTo>
                  <a:lnTo>
                    <a:pt x="22" y="577"/>
                  </a:lnTo>
                  <a:cubicBezTo>
                    <a:pt x="1" y="598"/>
                    <a:pt x="1" y="640"/>
                    <a:pt x="22" y="662"/>
                  </a:cubicBezTo>
                  <a:cubicBezTo>
                    <a:pt x="33" y="672"/>
                    <a:pt x="43" y="672"/>
                    <a:pt x="64" y="672"/>
                  </a:cubicBezTo>
                  <a:cubicBezTo>
                    <a:pt x="75" y="672"/>
                    <a:pt x="96" y="672"/>
                    <a:pt x="107" y="662"/>
                  </a:cubicBezTo>
                  <a:lnTo>
                    <a:pt x="339" y="418"/>
                  </a:lnTo>
                  <a:lnTo>
                    <a:pt x="582" y="662"/>
                  </a:lnTo>
                  <a:cubicBezTo>
                    <a:pt x="593" y="672"/>
                    <a:pt x="604" y="672"/>
                    <a:pt x="625" y="672"/>
                  </a:cubicBezTo>
                  <a:cubicBezTo>
                    <a:pt x="635" y="672"/>
                    <a:pt x="656" y="672"/>
                    <a:pt x="667" y="662"/>
                  </a:cubicBezTo>
                  <a:cubicBezTo>
                    <a:pt x="688" y="640"/>
                    <a:pt x="688" y="598"/>
                    <a:pt x="667" y="577"/>
                  </a:cubicBezTo>
                  <a:lnTo>
                    <a:pt x="424" y="334"/>
                  </a:lnTo>
                  <a:lnTo>
                    <a:pt x="667" y="101"/>
                  </a:lnTo>
                  <a:cubicBezTo>
                    <a:pt x="688" y="80"/>
                    <a:pt x="688" y="38"/>
                    <a:pt x="667" y="17"/>
                  </a:cubicBezTo>
                  <a:cubicBezTo>
                    <a:pt x="656" y="6"/>
                    <a:pt x="641" y="1"/>
                    <a:pt x="625" y="1"/>
                  </a:cubicBezTo>
                  <a:cubicBezTo>
                    <a:pt x="609" y="1"/>
                    <a:pt x="593" y="6"/>
                    <a:pt x="582" y="17"/>
                  </a:cubicBezTo>
                  <a:lnTo>
                    <a:pt x="339" y="260"/>
                  </a:lnTo>
                  <a:lnTo>
                    <a:pt x="107" y="17"/>
                  </a:lnTo>
                  <a:cubicBezTo>
                    <a:pt x="96" y="6"/>
                    <a:pt x="80" y="1"/>
                    <a:pt x="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2889205" y="1891879"/>
              <a:ext cx="41652" cy="41712"/>
            </a:xfrm>
            <a:custGeom>
              <a:rect b="b" l="l" r="r" t="t"/>
              <a:pathLst>
                <a:path extrusionOk="0" h="678" w="677">
                  <a:moveTo>
                    <a:pt x="339" y="117"/>
                  </a:moveTo>
                  <a:cubicBezTo>
                    <a:pt x="465" y="117"/>
                    <a:pt x="571" y="212"/>
                    <a:pt x="571" y="339"/>
                  </a:cubicBezTo>
                  <a:cubicBezTo>
                    <a:pt x="571" y="466"/>
                    <a:pt x="465" y="571"/>
                    <a:pt x="339" y="571"/>
                  </a:cubicBezTo>
                  <a:cubicBezTo>
                    <a:pt x="212" y="571"/>
                    <a:pt x="106" y="466"/>
                    <a:pt x="106" y="339"/>
                  </a:cubicBezTo>
                  <a:cubicBezTo>
                    <a:pt x="106" y="212"/>
                    <a:pt x="212" y="117"/>
                    <a:pt x="339" y="117"/>
                  </a:cubicBezTo>
                  <a:close/>
                  <a:moveTo>
                    <a:pt x="339" y="0"/>
                  </a:moveTo>
                  <a:cubicBezTo>
                    <a:pt x="148" y="0"/>
                    <a:pt x="0" y="159"/>
                    <a:pt x="0" y="339"/>
                  </a:cubicBezTo>
                  <a:cubicBezTo>
                    <a:pt x="0" y="529"/>
                    <a:pt x="148" y="677"/>
                    <a:pt x="339" y="677"/>
                  </a:cubicBezTo>
                  <a:cubicBezTo>
                    <a:pt x="529" y="677"/>
                    <a:pt x="677" y="529"/>
                    <a:pt x="677" y="339"/>
                  </a:cubicBezTo>
                  <a:cubicBezTo>
                    <a:pt x="677" y="159"/>
                    <a:pt x="529" y="0"/>
                    <a:pt x="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2952945" y="1926331"/>
              <a:ext cx="41037" cy="7260"/>
            </a:xfrm>
            <a:custGeom>
              <a:rect b="b" l="l" r="r" t="t"/>
              <a:pathLst>
                <a:path extrusionOk="0" h="118" w="667">
                  <a:moveTo>
                    <a:pt x="53" y="1"/>
                  </a:moveTo>
                  <a:cubicBezTo>
                    <a:pt x="22" y="1"/>
                    <a:pt x="0" y="33"/>
                    <a:pt x="0" y="64"/>
                  </a:cubicBezTo>
                  <a:cubicBezTo>
                    <a:pt x="0" y="96"/>
                    <a:pt x="22" y="117"/>
                    <a:pt x="53" y="117"/>
                  </a:cubicBezTo>
                  <a:lnTo>
                    <a:pt x="603" y="117"/>
                  </a:lnTo>
                  <a:cubicBezTo>
                    <a:pt x="635" y="117"/>
                    <a:pt x="667" y="96"/>
                    <a:pt x="667" y="64"/>
                  </a:cubicBezTo>
                  <a:cubicBezTo>
                    <a:pt x="667" y="33"/>
                    <a:pt x="635" y="1"/>
                    <a:pt x="6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034315" y="888139"/>
              <a:ext cx="648043" cy="641680"/>
            </a:xfrm>
            <a:custGeom>
              <a:rect b="b" l="l" r="r" t="t"/>
              <a:pathLst>
                <a:path extrusionOk="0" h="10430" w="10533">
                  <a:moveTo>
                    <a:pt x="5270" y="3004"/>
                  </a:moveTo>
                  <a:cubicBezTo>
                    <a:pt x="6208" y="3004"/>
                    <a:pt x="7080" y="3606"/>
                    <a:pt x="7371" y="4546"/>
                  </a:cubicBezTo>
                  <a:cubicBezTo>
                    <a:pt x="7741" y="5709"/>
                    <a:pt x="7096" y="6957"/>
                    <a:pt x="5933" y="7327"/>
                  </a:cubicBezTo>
                  <a:cubicBezTo>
                    <a:pt x="5715" y="7395"/>
                    <a:pt x="5494" y="7427"/>
                    <a:pt x="5276" y="7427"/>
                  </a:cubicBezTo>
                  <a:cubicBezTo>
                    <a:pt x="4333" y="7427"/>
                    <a:pt x="3454" y="6824"/>
                    <a:pt x="3162" y="5879"/>
                  </a:cubicBezTo>
                  <a:cubicBezTo>
                    <a:pt x="2792" y="4715"/>
                    <a:pt x="3437" y="3478"/>
                    <a:pt x="4600" y="3108"/>
                  </a:cubicBezTo>
                  <a:cubicBezTo>
                    <a:pt x="4823" y="3037"/>
                    <a:pt x="5048" y="3004"/>
                    <a:pt x="5270" y="3004"/>
                  </a:cubicBezTo>
                  <a:close/>
                  <a:moveTo>
                    <a:pt x="4197" y="0"/>
                  </a:moveTo>
                  <a:cubicBezTo>
                    <a:pt x="4151" y="0"/>
                    <a:pt x="4106" y="7"/>
                    <a:pt x="4061" y="20"/>
                  </a:cubicBezTo>
                  <a:lnTo>
                    <a:pt x="3268" y="274"/>
                  </a:lnTo>
                  <a:cubicBezTo>
                    <a:pt x="3014" y="348"/>
                    <a:pt x="2877" y="623"/>
                    <a:pt x="2961" y="866"/>
                  </a:cubicBezTo>
                  <a:lnTo>
                    <a:pt x="3215" y="1659"/>
                  </a:lnTo>
                  <a:cubicBezTo>
                    <a:pt x="3215" y="1691"/>
                    <a:pt x="3226" y="1712"/>
                    <a:pt x="3247" y="1733"/>
                  </a:cubicBezTo>
                  <a:cubicBezTo>
                    <a:pt x="2834" y="1977"/>
                    <a:pt x="2475" y="2283"/>
                    <a:pt x="2179" y="2643"/>
                  </a:cubicBezTo>
                  <a:cubicBezTo>
                    <a:pt x="2158" y="2622"/>
                    <a:pt x="2126" y="2611"/>
                    <a:pt x="2105" y="2590"/>
                  </a:cubicBezTo>
                  <a:lnTo>
                    <a:pt x="1365" y="2209"/>
                  </a:lnTo>
                  <a:cubicBezTo>
                    <a:pt x="1297" y="2179"/>
                    <a:pt x="1225" y="2162"/>
                    <a:pt x="1155" y="2162"/>
                  </a:cubicBezTo>
                  <a:cubicBezTo>
                    <a:pt x="1104" y="2162"/>
                    <a:pt x="1054" y="2171"/>
                    <a:pt x="1005" y="2188"/>
                  </a:cubicBezTo>
                  <a:cubicBezTo>
                    <a:pt x="878" y="2220"/>
                    <a:pt x="783" y="2304"/>
                    <a:pt x="730" y="2421"/>
                  </a:cubicBezTo>
                  <a:lnTo>
                    <a:pt x="349" y="3161"/>
                  </a:lnTo>
                  <a:cubicBezTo>
                    <a:pt x="233" y="3394"/>
                    <a:pt x="318" y="3679"/>
                    <a:pt x="550" y="3795"/>
                  </a:cubicBezTo>
                  <a:lnTo>
                    <a:pt x="1291" y="4176"/>
                  </a:lnTo>
                  <a:cubicBezTo>
                    <a:pt x="1322" y="4187"/>
                    <a:pt x="1343" y="4197"/>
                    <a:pt x="1375" y="4208"/>
                  </a:cubicBezTo>
                  <a:cubicBezTo>
                    <a:pt x="1259" y="4641"/>
                    <a:pt x="1217" y="5096"/>
                    <a:pt x="1259" y="5561"/>
                  </a:cubicBezTo>
                  <a:cubicBezTo>
                    <a:pt x="1227" y="5561"/>
                    <a:pt x="1206" y="5572"/>
                    <a:pt x="1174" y="5572"/>
                  </a:cubicBezTo>
                  <a:lnTo>
                    <a:pt x="381" y="5826"/>
                  </a:lnTo>
                  <a:cubicBezTo>
                    <a:pt x="138" y="5910"/>
                    <a:pt x="0" y="6175"/>
                    <a:pt x="75" y="6418"/>
                  </a:cubicBezTo>
                  <a:lnTo>
                    <a:pt x="328" y="7211"/>
                  </a:lnTo>
                  <a:cubicBezTo>
                    <a:pt x="388" y="7414"/>
                    <a:pt x="569" y="7543"/>
                    <a:pt x="769" y="7543"/>
                  </a:cubicBezTo>
                  <a:cubicBezTo>
                    <a:pt x="819" y="7543"/>
                    <a:pt x="870" y="7535"/>
                    <a:pt x="920" y="7518"/>
                  </a:cubicBezTo>
                  <a:lnTo>
                    <a:pt x="1714" y="7274"/>
                  </a:lnTo>
                  <a:cubicBezTo>
                    <a:pt x="1735" y="7264"/>
                    <a:pt x="1766" y="7253"/>
                    <a:pt x="1788" y="7243"/>
                  </a:cubicBezTo>
                  <a:cubicBezTo>
                    <a:pt x="2031" y="7655"/>
                    <a:pt x="2337" y="8004"/>
                    <a:pt x="2686" y="8300"/>
                  </a:cubicBezTo>
                  <a:cubicBezTo>
                    <a:pt x="2676" y="8321"/>
                    <a:pt x="2655" y="8353"/>
                    <a:pt x="2644" y="8374"/>
                  </a:cubicBezTo>
                  <a:lnTo>
                    <a:pt x="2263" y="9114"/>
                  </a:lnTo>
                  <a:cubicBezTo>
                    <a:pt x="2211" y="9231"/>
                    <a:pt x="2200" y="9358"/>
                    <a:pt x="2232" y="9474"/>
                  </a:cubicBezTo>
                  <a:cubicBezTo>
                    <a:pt x="2274" y="9601"/>
                    <a:pt x="2359" y="9696"/>
                    <a:pt x="2464" y="9749"/>
                  </a:cubicBezTo>
                  <a:lnTo>
                    <a:pt x="3215" y="10129"/>
                  </a:lnTo>
                  <a:cubicBezTo>
                    <a:pt x="3279" y="10168"/>
                    <a:pt x="3353" y="10187"/>
                    <a:pt x="3426" y="10187"/>
                  </a:cubicBezTo>
                  <a:cubicBezTo>
                    <a:pt x="3474" y="10187"/>
                    <a:pt x="3522" y="10178"/>
                    <a:pt x="3564" y="10161"/>
                  </a:cubicBezTo>
                  <a:cubicBezTo>
                    <a:pt x="3680" y="10129"/>
                    <a:pt x="3786" y="10045"/>
                    <a:pt x="3850" y="9929"/>
                  </a:cubicBezTo>
                  <a:lnTo>
                    <a:pt x="4230" y="9188"/>
                  </a:lnTo>
                  <a:cubicBezTo>
                    <a:pt x="4241" y="9157"/>
                    <a:pt x="4251" y="9135"/>
                    <a:pt x="4251" y="9114"/>
                  </a:cubicBezTo>
                  <a:cubicBezTo>
                    <a:pt x="4581" y="9193"/>
                    <a:pt x="4916" y="9236"/>
                    <a:pt x="5257" y="9236"/>
                  </a:cubicBezTo>
                  <a:cubicBezTo>
                    <a:pt x="5376" y="9236"/>
                    <a:pt x="5495" y="9231"/>
                    <a:pt x="5615" y="9220"/>
                  </a:cubicBezTo>
                  <a:cubicBezTo>
                    <a:pt x="5615" y="9252"/>
                    <a:pt x="5615" y="9273"/>
                    <a:pt x="5626" y="9305"/>
                  </a:cubicBezTo>
                  <a:lnTo>
                    <a:pt x="5880" y="10098"/>
                  </a:lnTo>
                  <a:cubicBezTo>
                    <a:pt x="5939" y="10301"/>
                    <a:pt x="6120" y="10429"/>
                    <a:pt x="6320" y="10429"/>
                  </a:cubicBezTo>
                  <a:cubicBezTo>
                    <a:pt x="6370" y="10429"/>
                    <a:pt x="6421" y="10421"/>
                    <a:pt x="6472" y="10404"/>
                  </a:cubicBezTo>
                  <a:lnTo>
                    <a:pt x="7265" y="10151"/>
                  </a:lnTo>
                  <a:cubicBezTo>
                    <a:pt x="7508" y="10077"/>
                    <a:pt x="7646" y="9812"/>
                    <a:pt x="7572" y="9569"/>
                  </a:cubicBezTo>
                  <a:lnTo>
                    <a:pt x="7318" y="8765"/>
                  </a:lnTo>
                  <a:cubicBezTo>
                    <a:pt x="7318" y="8744"/>
                    <a:pt x="7297" y="8713"/>
                    <a:pt x="7286" y="8691"/>
                  </a:cubicBezTo>
                  <a:cubicBezTo>
                    <a:pt x="7699" y="8459"/>
                    <a:pt x="8058" y="8142"/>
                    <a:pt x="8354" y="7793"/>
                  </a:cubicBezTo>
                  <a:cubicBezTo>
                    <a:pt x="8375" y="7803"/>
                    <a:pt x="8397" y="7824"/>
                    <a:pt x="8428" y="7835"/>
                  </a:cubicBezTo>
                  <a:lnTo>
                    <a:pt x="9168" y="8216"/>
                  </a:lnTo>
                  <a:cubicBezTo>
                    <a:pt x="9237" y="8253"/>
                    <a:pt x="9308" y="8268"/>
                    <a:pt x="9379" y="8268"/>
                  </a:cubicBezTo>
                  <a:cubicBezTo>
                    <a:pt x="9430" y="8268"/>
                    <a:pt x="9480" y="8260"/>
                    <a:pt x="9528" y="8247"/>
                  </a:cubicBezTo>
                  <a:cubicBezTo>
                    <a:pt x="9644" y="8205"/>
                    <a:pt x="9739" y="8131"/>
                    <a:pt x="9803" y="8015"/>
                  </a:cubicBezTo>
                  <a:lnTo>
                    <a:pt x="10184" y="7274"/>
                  </a:lnTo>
                  <a:cubicBezTo>
                    <a:pt x="10300" y="7042"/>
                    <a:pt x="10205" y="6756"/>
                    <a:pt x="9983" y="6640"/>
                  </a:cubicBezTo>
                  <a:lnTo>
                    <a:pt x="9232" y="6259"/>
                  </a:lnTo>
                  <a:cubicBezTo>
                    <a:pt x="9211" y="6238"/>
                    <a:pt x="9190" y="6228"/>
                    <a:pt x="9158" y="6228"/>
                  </a:cubicBezTo>
                  <a:cubicBezTo>
                    <a:pt x="9274" y="5794"/>
                    <a:pt x="9316" y="5329"/>
                    <a:pt x="9274" y="4874"/>
                  </a:cubicBezTo>
                  <a:cubicBezTo>
                    <a:pt x="9295" y="4863"/>
                    <a:pt x="9327" y="4863"/>
                    <a:pt x="9348" y="4853"/>
                  </a:cubicBezTo>
                  <a:lnTo>
                    <a:pt x="10152" y="4599"/>
                  </a:lnTo>
                  <a:cubicBezTo>
                    <a:pt x="10395" y="4525"/>
                    <a:pt x="10533" y="4261"/>
                    <a:pt x="10459" y="4007"/>
                  </a:cubicBezTo>
                  <a:lnTo>
                    <a:pt x="10205" y="3214"/>
                  </a:lnTo>
                  <a:cubicBezTo>
                    <a:pt x="10144" y="3015"/>
                    <a:pt x="9950" y="2887"/>
                    <a:pt x="9748" y="2887"/>
                  </a:cubicBezTo>
                  <a:cubicBezTo>
                    <a:pt x="9703" y="2887"/>
                    <a:pt x="9657" y="2894"/>
                    <a:pt x="9613" y="2907"/>
                  </a:cubicBezTo>
                  <a:lnTo>
                    <a:pt x="8819" y="3161"/>
                  </a:lnTo>
                  <a:cubicBezTo>
                    <a:pt x="8798" y="3172"/>
                    <a:pt x="8767" y="3182"/>
                    <a:pt x="8745" y="3193"/>
                  </a:cubicBezTo>
                  <a:cubicBezTo>
                    <a:pt x="8502" y="2780"/>
                    <a:pt x="8196" y="2421"/>
                    <a:pt x="7847" y="2125"/>
                  </a:cubicBezTo>
                  <a:cubicBezTo>
                    <a:pt x="7857" y="2104"/>
                    <a:pt x="7878" y="2082"/>
                    <a:pt x="7889" y="2051"/>
                  </a:cubicBezTo>
                  <a:lnTo>
                    <a:pt x="8270" y="1311"/>
                  </a:lnTo>
                  <a:cubicBezTo>
                    <a:pt x="8386" y="1078"/>
                    <a:pt x="8291" y="792"/>
                    <a:pt x="8069" y="676"/>
                  </a:cubicBezTo>
                  <a:lnTo>
                    <a:pt x="7318" y="295"/>
                  </a:lnTo>
                  <a:cubicBezTo>
                    <a:pt x="7250" y="261"/>
                    <a:pt x="7178" y="245"/>
                    <a:pt x="7108" y="245"/>
                  </a:cubicBezTo>
                  <a:cubicBezTo>
                    <a:pt x="6937" y="245"/>
                    <a:pt x="6773" y="339"/>
                    <a:pt x="6683" y="496"/>
                  </a:cubicBezTo>
                  <a:lnTo>
                    <a:pt x="6303" y="1247"/>
                  </a:lnTo>
                  <a:cubicBezTo>
                    <a:pt x="6292" y="1268"/>
                    <a:pt x="6282" y="1289"/>
                    <a:pt x="6271" y="1321"/>
                  </a:cubicBezTo>
                  <a:cubicBezTo>
                    <a:pt x="5948" y="1234"/>
                    <a:pt x="5612" y="1189"/>
                    <a:pt x="5270" y="1189"/>
                  </a:cubicBezTo>
                  <a:cubicBezTo>
                    <a:pt x="5153" y="1189"/>
                    <a:pt x="5036" y="1194"/>
                    <a:pt x="4918" y="1205"/>
                  </a:cubicBezTo>
                  <a:cubicBezTo>
                    <a:pt x="4918" y="1184"/>
                    <a:pt x="4907" y="1152"/>
                    <a:pt x="4907" y="1131"/>
                  </a:cubicBezTo>
                  <a:lnTo>
                    <a:pt x="4653" y="327"/>
                  </a:lnTo>
                  <a:cubicBezTo>
                    <a:pt x="4593" y="129"/>
                    <a:pt x="4398" y="0"/>
                    <a:pt x="4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2330988" y="2192354"/>
              <a:ext cx="390376" cy="385377"/>
            </a:xfrm>
            <a:custGeom>
              <a:rect b="b" l="l" r="r" t="t"/>
              <a:pathLst>
                <a:path extrusionOk="0" h="6264" w="6345">
                  <a:moveTo>
                    <a:pt x="3177" y="1776"/>
                  </a:moveTo>
                  <a:cubicBezTo>
                    <a:pt x="3346" y="1776"/>
                    <a:pt x="3516" y="1808"/>
                    <a:pt x="3680" y="1873"/>
                  </a:cubicBezTo>
                  <a:cubicBezTo>
                    <a:pt x="4378" y="2159"/>
                    <a:pt x="4706" y="2952"/>
                    <a:pt x="4431" y="3639"/>
                  </a:cubicBezTo>
                  <a:cubicBezTo>
                    <a:pt x="4214" y="4170"/>
                    <a:pt x="3703" y="4487"/>
                    <a:pt x="3163" y="4487"/>
                  </a:cubicBezTo>
                  <a:cubicBezTo>
                    <a:pt x="2994" y="4487"/>
                    <a:pt x="2821" y="4456"/>
                    <a:pt x="2655" y="4390"/>
                  </a:cubicBezTo>
                  <a:cubicBezTo>
                    <a:pt x="1967" y="4105"/>
                    <a:pt x="1629" y="3312"/>
                    <a:pt x="1914" y="2624"/>
                  </a:cubicBezTo>
                  <a:cubicBezTo>
                    <a:pt x="2132" y="2093"/>
                    <a:pt x="2643" y="1776"/>
                    <a:pt x="3177" y="1776"/>
                  </a:cubicBezTo>
                  <a:close/>
                  <a:moveTo>
                    <a:pt x="4056" y="0"/>
                  </a:moveTo>
                  <a:cubicBezTo>
                    <a:pt x="3942" y="0"/>
                    <a:pt x="3834" y="70"/>
                    <a:pt x="3786" y="182"/>
                  </a:cubicBezTo>
                  <a:lnTo>
                    <a:pt x="3596" y="647"/>
                  </a:lnTo>
                  <a:cubicBezTo>
                    <a:pt x="3585" y="668"/>
                    <a:pt x="3585" y="679"/>
                    <a:pt x="3585" y="700"/>
                  </a:cubicBezTo>
                  <a:cubicBezTo>
                    <a:pt x="3452" y="676"/>
                    <a:pt x="3320" y="665"/>
                    <a:pt x="3191" y="665"/>
                  </a:cubicBezTo>
                  <a:cubicBezTo>
                    <a:pt x="3034" y="665"/>
                    <a:pt x="2880" y="681"/>
                    <a:pt x="2729" y="710"/>
                  </a:cubicBezTo>
                  <a:cubicBezTo>
                    <a:pt x="2718" y="689"/>
                    <a:pt x="2718" y="679"/>
                    <a:pt x="2707" y="657"/>
                  </a:cubicBezTo>
                  <a:lnTo>
                    <a:pt x="2507" y="192"/>
                  </a:lnTo>
                  <a:cubicBezTo>
                    <a:pt x="2459" y="80"/>
                    <a:pt x="2350" y="11"/>
                    <a:pt x="2236" y="11"/>
                  </a:cubicBezTo>
                  <a:cubicBezTo>
                    <a:pt x="2200" y="11"/>
                    <a:pt x="2162" y="18"/>
                    <a:pt x="2126" y="33"/>
                  </a:cubicBezTo>
                  <a:lnTo>
                    <a:pt x="1661" y="234"/>
                  </a:lnTo>
                  <a:cubicBezTo>
                    <a:pt x="1513" y="298"/>
                    <a:pt x="1438" y="467"/>
                    <a:pt x="1502" y="615"/>
                  </a:cubicBezTo>
                  <a:lnTo>
                    <a:pt x="1703" y="1080"/>
                  </a:lnTo>
                  <a:cubicBezTo>
                    <a:pt x="1713" y="1101"/>
                    <a:pt x="1724" y="1112"/>
                    <a:pt x="1735" y="1133"/>
                  </a:cubicBezTo>
                  <a:cubicBezTo>
                    <a:pt x="1513" y="1292"/>
                    <a:pt x="1312" y="1493"/>
                    <a:pt x="1142" y="1725"/>
                  </a:cubicBezTo>
                  <a:cubicBezTo>
                    <a:pt x="1132" y="1715"/>
                    <a:pt x="1121" y="1704"/>
                    <a:pt x="1100" y="1704"/>
                  </a:cubicBezTo>
                  <a:lnTo>
                    <a:pt x="624" y="1503"/>
                  </a:lnTo>
                  <a:cubicBezTo>
                    <a:pt x="590" y="1491"/>
                    <a:pt x="554" y="1485"/>
                    <a:pt x="518" y="1485"/>
                  </a:cubicBezTo>
                  <a:cubicBezTo>
                    <a:pt x="403" y="1485"/>
                    <a:pt x="295" y="1549"/>
                    <a:pt x="254" y="1662"/>
                  </a:cubicBezTo>
                  <a:lnTo>
                    <a:pt x="53" y="2138"/>
                  </a:lnTo>
                  <a:cubicBezTo>
                    <a:pt x="0" y="2286"/>
                    <a:pt x="64" y="2455"/>
                    <a:pt x="212" y="2518"/>
                  </a:cubicBezTo>
                  <a:lnTo>
                    <a:pt x="688" y="2709"/>
                  </a:lnTo>
                  <a:cubicBezTo>
                    <a:pt x="709" y="2719"/>
                    <a:pt x="719" y="2719"/>
                    <a:pt x="741" y="2719"/>
                  </a:cubicBezTo>
                  <a:cubicBezTo>
                    <a:pt x="688" y="3015"/>
                    <a:pt x="688" y="3301"/>
                    <a:pt x="741" y="3576"/>
                  </a:cubicBezTo>
                  <a:cubicBezTo>
                    <a:pt x="730" y="3586"/>
                    <a:pt x="709" y="3586"/>
                    <a:pt x="698" y="3597"/>
                  </a:cubicBezTo>
                  <a:lnTo>
                    <a:pt x="222" y="3798"/>
                  </a:lnTo>
                  <a:cubicBezTo>
                    <a:pt x="159" y="3830"/>
                    <a:pt x="96" y="3883"/>
                    <a:pt x="74" y="3957"/>
                  </a:cubicBezTo>
                  <a:cubicBezTo>
                    <a:pt x="43" y="4020"/>
                    <a:pt x="43" y="4105"/>
                    <a:pt x="74" y="4179"/>
                  </a:cubicBezTo>
                  <a:lnTo>
                    <a:pt x="275" y="4644"/>
                  </a:lnTo>
                  <a:cubicBezTo>
                    <a:pt x="322" y="4753"/>
                    <a:pt x="427" y="4816"/>
                    <a:pt x="538" y="4816"/>
                  </a:cubicBezTo>
                  <a:cubicBezTo>
                    <a:pt x="577" y="4816"/>
                    <a:pt x="617" y="4808"/>
                    <a:pt x="656" y="4792"/>
                  </a:cubicBezTo>
                  <a:lnTo>
                    <a:pt x="1121" y="4591"/>
                  </a:lnTo>
                  <a:cubicBezTo>
                    <a:pt x="1142" y="4591"/>
                    <a:pt x="1153" y="4580"/>
                    <a:pt x="1174" y="4570"/>
                  </a:cubicBezTo>
                  <a:cubicBezTo>
                    <a:pt x="1333" y="4792"/>
                    <a:pt x="1534" y="4993"/>
                    <a:pt x="1766" y="5151"/>
                  </a:cubicBezTo>
                  <a:cubicBezTo>
                    <a:pt x="1756" y="5173"/>
                    <a:pt x="1745" y="5183"/>
                    <a:pt x="1745" y="5204"/>
                  </a:cubicBezTo>
                  <a:lnTo>
                    <a:pt x="1544" y="5670"/>
                  </a:lnTo>
                  <a:cubicBezTo>
                    <a:pt x="1491" y="5818"/>
                    <a:pt x="1555" y="5987"/>
                    <a:pt x="1703" y="6050"/>
                  </a:cubicBezTo>
                  <a:lnTo>
                    <a:pt x="2179" y="6241"/>
                  </a:lnTo>
                  <a:cubicBezTo>
                    <a:pt x="2215" y="6256"/>
                    <a:pt x="2252" y="6263"/>
                    <a:pt x="2289" y="6263"/>
                  </a:cubicBezTo>
                  <a:cubicBezTo>
                    <a:pt x="2403" y="6263"/>
                    <a:pt x="2511" y="6194"/>
                    <a:pt x="2559" y="6082"/>
                  </a:cubicBezTo>
                  <a:lnTo>
                    <a:pt x="2750" y="5617"/>
                  </a:lnTo>
                  <a:cubicBezTo>
                    <a:pt x="2760" y="5596"/>
                    <a:pt x="2760" y="5585"/>
                    <a:pt x="2760" y="5564"/>
                  </a:cubicBezTo>
                  <a:cubicBezTo>
                    <a:pt x="2894" y="5588"/>
                    <a:pt x="3025" y="5599"/>
                    <a:pt x="3154" y="5599"/>
                  </a:cubicBezTo>
                  <a:cubicBezTo>
                    <a:pt x="3311" y="5599"/>
                    <a:pt x="3466" y="5582"/>
                    <a:pt x="3617" y="5553"/>
                  </a:cubicBezTo>
                  <a:cubicBezTo>
                    <a:pt x="3627" y="5574"/>
                    <a:pt x="3627" y="5585"/>
                    <a:pt x="3638" y="5606"/>
                  </a:cubicBezTo>
                  <a:lnTo>
                    <a:pt x="3839" y="6071"/>
                  </a:lnTo>
                  <a:cubicBezTo>
                    <a:pt x="3871" y="6145"/>
                    <a:pt x="3923" y="6198"/>
                    <a:pt x="3997" y="6230"/>
                  </a:cubicBezTo>
                  <a:cubicBezTo>
                    <a:pt x="4029" y="6246"/>
                    <a:pt x="4066" y="6254"/>
                    <a:pt x="4103" y="6254"/>
                  </a:cubicBezTo>
                  <a:cubicBezTo>
                    <a:pt x="4140" y="6254"/>
                    <a:pt x="4177" y="6246"/>
                    <a:pt x="4209" y="6230"/>
                  </a:cubicBezTo>
                  <a:lnTo>
                    <a:pt x="4685" y="6029"/>
                  </a:lnTo>
                  <a:cubicBezTo>
                    <a:pt x="4759" y="5997"/>
                    <a:pt x="4812" y="5934"/>
                    <a:pt x="4833" y="5870"/>
                  </a:cubicBezTo>
                  <a:cubicBezTo>
                    <a:pt x="4865" y="5807"/>
                    <a:pt x="4865" y="5722"/>
                    <a:pt x="4833" y="5648"/>
                  </a:cubicBezTo>
                  <a:lnTo>
                    <a:pt x="4632" y="5183"/>
                  </a:lnTo>
                  <a:cubicBezTo>
                    <a:pt x="4632" y="5162"/>
                    <a:pt x="4621" y="5151"/>
                    <a:pt x="4611" y="5130"/>
                  </a:cubicBezTo>
                  <a:cubicBezTo>
                    <a:pt x="4833" y="4972"/>
                    <a:pt x="5034" y="4771"/>
                    <a:pt x="5192" y="4538"/>
                  </a:cubicBezTo>
                  <a:cubicBezTo>
                    <a:pt x="5214" y="4549"/>
                    <a:pt x="5224" y="4559"/>
                    <a:pt x="5245" y="4559"/>
                  </a:cubicBezTo>
                  <a:lnTo>
                    <a:pt x="5711" y="4760"/>
                  </a:lnTo>
                  <a:cubicBezTo>
                    <a:pt x="5745" y="4773"/>
                    <a:pt x="5781" y="4779"/>
                    <a:pt x="5817" y="4779"/>
                  </a:cubicBezTo>
                  <a:cubicBezTo>
                    <a:pt x="5932" y="4779"/>
                    <a:pt x="6043" y="4715"/>
                    <a:pt x="6091" y="4602"/>
                  </a:cubicBezTo>
                  <a:lnTo>
                    <a:pt x="6282" y="4126"/>
                  </a:lnTo>
                  <a:cubicBezTo>
                    <a:pt x="6345" y="3978"/>
                    <a:pt x="6271" y="3809"/>
                    <a:pt x="6123" y="3745"/>
                  </a:cubicBezTo>
                  <a:lnTo>
                    <a:pt x="5647" y="3555"/>
                  </a:lnTo>
                  <a:cubicBezTo>
                    <a:pt x="5637" y="3544"/>
                    <a:pt x="5615" y="3544"/>
                    <a:pt x="5605" y="3544"/>
                  </a:cubicBezTo>
                  <a:cubicBezTo>
                    <a:pt x="5658" y="3248"/>
                    <a:pt x="5647" y="2963"/>
                    <a:pt x="5594" y="2688"/>
                  </a:cubicBezTo>
                  <a:cubicBezTo>
                    <a:pt x="5615" y="2677"/>
                    <a:pt x="5626" y="2677"/>
                    <a:pt x="5647" y="2666"/>
                  </a:cubicBezTo>
                  <a:lnTo>
                    <a:pt x="6112" y="2466"/>
                  </a:lnTo>
                  <a:cubicBezTo>
                    <a:pt x="6186" y="2434"/>
                    <a:pt x="6239" y="2381"/>
                    <a:pt x="6271" y="2307"/>
                  </a:cubicBezTo>
                  <a:cubicBezTo>
                    <a:pt x="6303" y="2244"/>
                    <a:pt x="6303" y="2159"/>
                    <a:pt x="6271" y="2085"/>
                  </a:cubicBezTo>
                  <a:lnTo>
                    <a:pt x="6070" y="1620"/>
                  </a:lnTo>
                  <a:cubicBezTo>
                    <a:pt x="6023" y="1510"/>
                    <a:pt x="5919" y="1447"/>
                    <a:pt x="5808" y="1447"/>
                  </a:cubicBezTo>
                  <a:cubicBezTo>
                    <a:pt x="5768" y="1447"/>
                    <a:pt x="5728" y="1455"/>
                    <a:pt x="5689" y="1472"/>
                  </a:cubicBezTo>
                  <a:lnTo>
                    <a:pt x="5224" y="1672"/>
                  </a:lnTo>
                  <a:cubicBezTo>
                    <a:pt x="5203" y="1672"/>
                    <a:pt x="5192" y="1683"/>
                    <a:pt x="5171" y="1694"/>
                  </a:cubicBezTo>
                  <a:cubicBezTo>
                    <a:pt x="5013" y="1472"/>
                    <a:pt x="4812" y="1271"/>
                    <a:pt x="4579" y="1101"/>
                  </a:cubicBezTo>
                  <a:cubicBezTo>
                    <a:pt x="4590" y="1091"/>
                    <a:pt x="4600" y="1080"/>
                    <a:pt x="4600" y="1059"/>
                  </a:cubicBezTo>
                  <a:lnTo>
                    <a:pt x="4801" y="583"/>
                  </a:lnTo>
                  <a:cubicBezTo>
                    <a:pt x="4854" y="446"/>
                    <a:pt x="4791" y="277"/>
                    <a:pt x="4643" y="213"/>
                  </a:cubicBezTo>
                  <a:lnTo>
                    <a:pt x="4167" y="23"/>
                  </a:lnTo>
                  <a:cubicBezTo>
                    <a:pt x="4130" y="7"/>
                    <a:pt x="4093" y="0"/>
                    <a:pt x="40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2157303" y="2022614"/>
              <a:ext cx="281108" cy="281096"/>
            </a:xfrm>
            <a:custGeom>
              <a:rect b="b" l="l" r="r" t="t"/>
              <a:pathLst>
                <a:path extrusionOk="0" fill="none" h="4569" w="4569">
                  <a:moveTo>
                    <a:pt x="3479" y="530"/>
                  </a:moveTo>
                  <a:lnTo>
                    <a:pt x="3225" y="783"/>
                  </a:lnTo>
                  <a:cubicBezTo>
                    <a:pt x="3215" y="794"/>
                    <a:pt x="3204" y="805"/>
                    <a:pt x="3204" y="815"/>
                  </a:cubicBezTo>
                  <a:cubicBezTo>
                    <a:pt x="3024" y="709"/>
                    <a:pt x="2845" y="635"/>
                    <a:pt x="2644" y="593"/>
                  </a:cubicBezTo>
                  <a:cubicBezTo>
                    <a:pt x="2644" y="582"/>
                    <a:pt x="2644" y="572"/>
                    <a:pt x="2644" y="561"/>
                  </a:cubicBezTo>
                  <a:lnTo>
                    <a:pt x="2644" y="202"/>
                  </a:lnTo>
                  <a:cubicBezTo>
                    <a:pt x="2644" y="85"/>
                    <a:pt x="2548" y="1"/>
                    <a:pt x="2443" y="1"/>
                  </a:cubicBezTo>
                  <a:lnTo>
                    <a:pt x="2083" y="1"/>
                  </a:lnTo>
                  <a:cubicBezTo>
                    <a:pt x="1967" y="1"/>
                    <a:pt x="1882" y="96"/>
                    <a:pt x="1882" y="202"/>
                  </a:cubicBezTo>
                  <a:lnTo>
                    <a:pt x="1882" y="561"/>
                  </a:lnTo>
                  <a:cubicBezTo>
                    <a:pt x="1882" y="572"/>
                    <a:pt x="1882" y="593"/>
                    <a:pt x="1893" y="604"/>
                  </a:cubicBezTo>
                  <a:cubicBezTo>
                    <a:pt x="1703" y="646"/>
                    <a:pt x="1523" y="720"/>
                    <a:pt x="1354" y="826"/>
                  </a:cubicBezTo>
                  <a:cubicBezTo>
                    <a:pt x="1343" y="815"/>
                    <a:pt x="1332" y="805"/>
                    <a:pt x="1332" y="805"/>
                  </a:cubicBezTo>
                  <a:lnTo>
                    <a:pt x="1079" y="551"/>
                  </a:lnTo>
                  <a:cubicBezTo>
                    <a:pt x="994" y="477"/>
                    <a:pt x="867" y="477"/>
                    <a:pt x="793" y="551"/>
                  </a:cubicBezTo>
                  <a:lnTo>
                    <a:pt x="539" y="805"/>
                  </a:lnTo>
                  <a:cubicBezTo>
                    <a:pt x="455" y="889"/>
                    <a:pt x="455" y="1016"/>
                    <a:pt x="539" y="1090"/>
                  </a:cubicBezTo>
                  <a:lnTo>
                    <a:pt x="793" y="1344"/>
                  </a:lnTo>
                  <a:cubicBezTo>
                    <a:pt x="804" y="1354"/>
                    <a:pt x="814" y="1354"/>
                    <a:pt x="825" y="1365"/>
                  </a:cubicBezTo>
                  <a:cubicBezTo>
                    <a:pt x="709" y="1534"/>
                    <a:pt x="635" y="1724"/>
                    <a:pt x="592" y="1925"/>
                  </a:cubicBezTo>
                  <a:cubicBezTo>
                    <a:pt x="582" y="1925"/>
                    <a:pt x="571" y="1915"/>
                    <a:pt x="560" y="1915"/>
                  </a:cubicBezTo>
                  <a:lnTo>
                    <a:pt x="201" y="1925"/>
                  </a:lnTo>
                  <a:cubicBezTo>
                    <a:pt x="148" y="1925"/>
                    <a:pt x="95" y="1947"/>
                    <a:pt x="63" y="1978"/>
                  </a:cubicBezTo>
                  <a:lnTo>
                    <a:pt x="63" y="1978"/>
                  </a:lnTo>
                  <a:cubicBezTo>
                    <a:pt x="21" y="2021"/>
                    <a:pt x="0" y="2073"/>
                    <a:pt x="0" y="2126"/>
                  </a:cubicBezTo>
                  <a:lnTo>
                    <a:pt x="11" y="2486"/>
                  </a:lnTo>
                  <a:lnTo>
                    <a:pt x="11" y="2486"/>
                  </a:lnTo>
                  <a:cubicBezTo>
                    <a:pt x="11" y="2592"/>
                    <a:pt x="95" y="2687"/>
                    <a:pt x="212" y="2687"/>
                  </a:cubicBezTo>
                  <a:lnTo>
                    <a:pt x="571" y="2676"/>
                  </a:lnTo>
                  <a:cubicBezTo>
                    <a:pt x="582" y="2676"/>
                    <a:pt x="592" y="2676"/>
                    <a:pt x="603" y="2676"/>
                  </a:cubicBezTo>
                  <a:cubicBezTo>
                    <a:pt x="645" y="2867"/>
                    <a:pt x="730" y="3046"/>
                    <a:pt x="835" y="3215"/>
                  </a:cubicBezTo>
                  <a:cubicBezTo>
                    <a:pt x="825" y="3226"/>
                    <a:pt x="814" y="3226"/>
                    <a:pt x="804" y="3237"/>
                  </a:cubicBezTo>
                  <a:lnTo>
                    <a:pt x="560" y="3490"/>
                  </a:lnTo>
                  <a:cubicBezTo>
                    <a:pt x="476" y="3575"/>
                    <a:pt x="476" y="3702"/>
                    <a:pt x="560" y="3776"/>
                  </a:cubicBezTo>
                  <a:lnTo>
                    <a:pt x="814" y="4030"/>
                  </a:lnTo>
                  <a:cubicBezTo>
                    <a:pt x="888" y="4104"/>
                    <a:pt x="1015" y="4104"/>
                    <a:pt x="1100" y="4030"/>
                  </a:cubicBezTo>
                  <a:lnTo>
                    <a:pt x="1354" y="3776"/>
                  </a:lnTo>
                  <a:cubicBezTo>
                    <a:pt x="1354" y="3765"/>
                    <a:pt x="1364" y="3755"/>
                    <a:pt x="1375" y="3744"/>
                  </a:cubicBezTo>
                  <a:cubicBezTo>
                    <a:pt x="1544" y="3850"/>
                    <a:pt x="1734" y="3924"/>
                    <a:pt x="1925" y="3966"/>
                  </a:cubicBezTo>
                  <a:cubicBezTo>
                    <a:pt x="1925" y="3977"/>
                    <a:pt x="1925" y="3998"/>
                    <a:pt x="1925" y="4009"/>
                  </a:cubicBezTo>
                  <a:lnTo>
                    <a:pt x="1925" y="4368"/>
                  </a:lnTo>
                  <a:cubicBezTo>
                    <a:pt x="1925" y="4421"/>
                    <a:pt x="1956" y="4463"/>
                    <a:pt x="1988" y="4506"/>
                  </a:cubicBezTo>
                  <a:cubicBezTo>
                    <a:pt x="2030" y="4548"/>
                    <a:pt x="2083" y="4569"/>
                    <a:pt x="2136" y="4569"/>
                  </a:cubicBezTo>
                  <a:lnTo>
                    <a:pt x="2496" y="4558"/>
                  </a:lnTo>
                  <a:lnTo>
                    <a:pt x="2496" y="4558"/>
                  </a:lnTo>
                  <a:cubicBezTo>
                    <a:pt x="2548" y="4558"/>
                    <a:pt x="2601" y="4537"/>
                    <a:pt x="2633" y="4506"/>
                  </a:cubicBezTo>
                  <a:cubicBezTo>
                    <a:pt x="2675" y="4463"/>
                    <a:pt x="2696" y="4410"/>
                    <a:pt x="2696" y="4357"/>
                  </a:cubicBezTo>
                  <a:lnTo>
                    <a:pt x="2686" y="3998"/>
                  </a:lnTo>
                  <a:cubicBezTo>
                    <a:pt x="2686" y="3987"/>
                    <a:pt x="2686" y="3977"/>
                    <a:pt x="2686" y="3966"/>
                  </a:cubicBezTo>
                  <a:cubicBezTo>
                    <a:pt x="2876" y="3913"/>
                    <a:pt x="3056" y="3839"/>
                    <a:pt x="3225" y="3734"/>
                  </a:cubicBezTo>
                  <a:cubicBezTo>
                    <a:pt x="3225" y="3744"/>
                    <a:pt x="3236" y="3755"/>
                    <a:pt x="3246" y="3765"/>
                  </a:cubicBezTo>
                  <a:lnTo>
                    <a:pt x="3500" y="4009"/>
                  </a:lnTo>
                  <a:cubicBezTo>
                    <a:pt x="3574" y="4093"/>
                    <a:pt x="3712" y="4093"/>
                    <a:pt x="3786" y="4009"/>
                  </a:cubicBezTo>
                  <a:lnTo>
                    <a:pt x="4039" y="3755"/>
                  </a:lnTo>
                  <a:cubicBezTo>
                    <a:pt x="4113" y="3681"/>
                    <a:pt x="4113" y="3543"/>
                    <a:pt x="4039" y="3469"/>
                  </a:cubicBezTo>
                  <a:lnTo>
                    <a:pt x="3775" y="3215"/>
                  </a:lnTo>
                  <a:cubicBezTo>
                    <a:pt x="3775" y="3215"/>
                    <a:pt x="3765" y="3205"/>
                    <a:pt x="3754" y="3194"/>
                  </a:cubicBezTo>
                  <a:cubicBezTo>
                    <a:pt x="3860" y="3025"/>
                    <a:pt x="3934" y="2835"/>
                    <a:pt x="3976" y="2644"/>
                  </a:cubicBezTo>
                  <a:cubicBezTo>
                    <a:pt x="3987" y="2644"/>
                    <a:pt x="3997" y="2644"/>
                    <a:pt x="4008" y="2644"/>
                  </a:cubicBezTo>
                  <a:lnTo>
                    <a:pt x="4367" y="2644"/>
                  </a:lnTo>
                  <a:cubicBezTo>
                    <a:pt x="4420" y="2644"/>
                    <a:pt x="4473" y="2613"/>
                    <a:pt x="4515" y="2581"/>
                  </a:cubicBezTo>
                  <a:cubicBezTo>
                    <a:pt x="4547" y="2539"/>
                    <a:pt x="4568" y="2486"/>
                    <a:pt x="4568" y="2433"/>
                  </a:cubicBezTo>
                  <a:lnTo>
                    <a:pt x="4568" y="2073"/>
                  </a:lnTo>
                  <a:cubicBezTo>
                    <a:pt x="4568" y="1968"/>
                    <a:pt x="4473" y="1873"/>
                    <a:pt x="4357" y="1873"/>
                  </a:cubicBezTo>
                  <a:lnTo>
                    <a:pt x="3997" y="1883"/>
                  </a:lnTo>
                  <a:cubicBezTo>
                    <a:pt x="3987" y="1883"/>
                    <a:pt x="3976" y="1883"/>
                    <a:pt x="3965" y="1883"/>
                  </a:cubicBezTo>
                  <a:cubicBezTo>
                    <a:pt x="3923" y="1693"/>
                    <a:pt x="3849" y="1513"/>
                    <a:pt x="3733" y="1344"/>
                  </a:cubicBezTo>
                  <a:cubicBezTo>
                    <a:pt x="3743" y="1344"/>
                    <a:pt x="3754" y="1333"/>
                    <a:pt x="3765" y="1323"/>
                  </a:cubicBezTo>
                  <a:lnTo>
                    <a:pt x="4018" y="1069"/>
                  </a:lnTo>
                  <a:cubicBezTo>
                    <a:pt x="4092" y="984"/>
                    <a:pt x="4092" y="857"/>
                    <a:pt x="4018" y="783"/>
                  </a:cubicBezTo>
                  <a:lnTo>
                    <a:pt x="3754" y="530"/>
                  </a:lnTo>
                  <a:cubicBezTo>
                    <a:pt x="3680" y="456"/>
                    <a:pt x="3553" y="456"/>
                    <a:pt x="3468" y="530"/>
                  </a:cubicBezTo>
                  <a:close/>
                  <a:moveTo>
                    <a:pt x="2961" y="2951"/>
                  </a:moveTo>
                  <a:cubicBezTo>
                    <a:pt x="2591" y="3321"/>
                    <a:pt x="1988" y="3321"/>
                    <a:pt x="1618" y="2962"/>
                  </a:cubicBezTo>
                  <a:cubicBezTo>
                    <a:pt x="1248" y="2592"/>
                    <a:pt x="1248" y="1989"/>
                    <a:pt x="1607" y="1619"/>
                  </a:cubicBezTo>
                  <a:cubicBezTo>
                    <a:pt x="1977" y="1238"/>
                    <a:pt x="2580" y="1238"/>
                    <a:pt x="2950" y="1608"/>
                  </a:cubicBezTo>
                  <a:cubicBezTo>
                    <a:pt x="3331" y="1968"/>
                    <a:pt x="3331" y="2570"/>
                    <a:pt x="2961" y="29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3335130" y="1127097"/>
              <a:ext cx="516010" cy="511744"/>
            </a:xfrm>
            <a:custGeom>
              <a:rect b="b" l="l" r="r" t="t"/>
              <a:pathLst>
                <a:path extrusionOk="0" h="8318" w="8387">
                  <a:moveTo>
                    <a:pt x="4193" y="2423"/>
                  </a:moveTo>
                  <a:cubicBezTo>
                    <a:pt x="4997" y="2423"/>
                    <a:pt x="5716" y="2984"/>
                    <a:pt x="5891" y="3794"/>
                  </a:cubicBezTo>
                  <a:cubicBezTo>
                    <a:pt x="6091" y="4735"/>
                    <a:pt x="5499" y="5655"/>
                    <a:pt x="4558" y="5856"/>
                  </a:cubicBezTo>
                  <a:cubicBezTo>
                    <a:pt x="4434" y="5882"/>
                    <a:pt x="4311" y="5895"/>
                    <a:pt x="4190" y="5895"/>
                  </a:cubicBezTo>
                  <a:cubicBezTo>
                    <a:pt x="3388" y="5895"/>
                    <a:pt x="2671" y="5341"/>
                    <a:pt x="2496" y="4524"/>
                  </a:cubicBezTo>
                  <a:cubicBezTo>
                    <a:pt x="2295" y="3582"/>
                    <a:pt x="2898" y="2662"/>
                    <a:pt x="3829" y="2462"/>
                  </a:cubicBezTo>
                  <a:cubicBezTo>
                    <a:pt x="3951" y="2435"/>
                    <a:pt x="4073" y="2423"/>
                    <a:pt x="4193" y="2423"/>
                  </a:cubicBezTo>
                  <a:close/>
                  <a:moveTo>
                    <a:pt x="3716" y="0"/>
                  </a:moveTo>
                  <a:cubicBezTo>
                    <a:pt x="3690" y="0"/>
                    <a:pt x="3664" y="3"/>
                    <a:pt x="3638" y="8"/>
                  </a:cubicBezTo>
                  <a:lnTo>
                    <a:pt x="3004" y="146"/>
                  </a:lnTo>
                  <a:cubicBezTo>
                    <a:pt x="2803" y="188"/>
                    <a:pt x="2676" y="378"/>
                    <a:pt x="2718" y="579"/>
                  </a:cubicBezTo>
                  <a:lnTo>
                    <a:pt x="2856" y="1224"/>
                  </a:lnTo>
                  <a:cubicBezTo>
                    <a:pt x="2856" y="1246"/>
                    <a:pt x="2866" y="1267"/>
                    <a:pt x="2877" y="1288"/>
                  </a:cubicBezTo>
                  <a:cubicBezTo>
                    <a:pt x="2528" y="1446"/>
                    <a:pt x="2232" y="1658"/>
                    <a:pt x="1967" y="1912"/>
                  </a:cubicBezTo>
                  <a:cubicBezTo>
                    <a:pt x="1957" y="1901"/>
                    <a:pt x="1936" y="1880"/>
                    <a:pt x="1915" y="1869"/>
                  </a:cubicBezTo>
                  <a:lnTo>
                    <a:pt x="1365" y="1520"/>
                  </a:lnTo>
                  <a:cubicBezTo>
                    <a:pt x="1302" y="1481"/>
                    <a:pt x="1233" y="1459"/>
                    <a:pt x="1163" y="1459"/>
                  </a:cubicBezTo>
                  <a:cubicBezTo>
                    <a:pt x="1139" y="1459"/>
                    <a:pt x="1114" y="1462"/>
                    <a:pt x="1090" y="1468"/>
                  </a:cubicBezTo>
                  <a:cubicBezTo>
                    <a:pt x="995" y="1489"/>
                    <a:pt x="910" y="1542"/>
                    <a:pt x="857" y="1626"/>
                  </a:cubicBezTo>
                  <a:lnTo>
                    <a:pt x="498" y="2176"/>
                  </a:lnTo>
                  <a:cubicBezTo>
                    <a:pt x="392" y="2356"/>
                    <a:pt x="445" y="2578"/>
                    <a:pt x="614" y="2694"/>
                  </a:cubicBezTo>
                  <a:lnTo>
                    <a:pt x="1164" y="3043"/>
                  </a:lnTo>
                  <a:cubicBezTo>
                    <a:pt x="1185" y="3054"/>
                    <a:pt x="1206" y="3064"/>
                    <a:pt x="1227" y="3075"/>
                  </a:cubicBezTo>
                  <a:cubicBezTo>
                    <a:pt x="1100" y="3403"/>
                    <a:pt x="1037" y="3762"/>
                    <a:pt x="1037" y="4132"/>
                  </a:cubicBezTo>
                  <a:lnTo>
                    <a:pt x="973" y="4132"/>
                  </a:lnTo>
                  <a:lnTo>
                    <a:pt x="328" y="4270"/>
                  </a:lnTo>
                  <a:cubicBezTo>
                    <a:pt x="128" y="4312"/>
                    <a:pt x="1" y="4513"/>
                    <a:pt x="43" y="4714"/>
                  </a:cubicBezTo>
                  <a:lnTo>
                    <a:pt x="180" y="5348"/>
                  </a:lnTo>
                  <a:cubicBezTo>
                    <a:pt x="217" y="5523"/>
                    <a:pt x="374" y="5642"/>
                    <a:pt x="547" y="5642"/>
                  </a:cubicBezTo>
                  <a:cubicBezTo>
                    <a:pt x="572" y="5642"/>
                    <a:pt x="598" y="5639"/>
                    <a:pt x="625" y="5634"/>
                  </a:cubicBezTo>
                  <a:lnTo>
                    <a:pt x="1259" y="5496"/>
                  </a:lnTo>
                  <a:cubicBezTo>
                    <a:pt x="1280" y="5496"/>
                    <a:pt x="1301" y="5486"/>
                    <a:pt x="1322" y="5486"/>
                  </a:cubicBezTo>
                  <a:cubicBezTo>
                    <a:pt x="1481" y="5824"/>
                    <a:pt x="1693" y="6120"/>
                    <a:pt x="1946" y="6385"/>
                  </a:cubicBezTo>
                  <a:cubicBezTo>
                    <a:pt x="1936" y="6395"/>
                    <a:pt x="1915" y="6416"/>
                    <a:pt x="1904" y="6437"/>
                  </a:cubicBezTo>
                  <a:lnTo>
                    <a:pt x="1555" y="6987"/>
                  </a:lnTo>
                  <a:cubicBezTo>
                    <a:pt x="1502" y="7072"/>
                    <a:pt x="1481" y="7167"/>
                    <a:pt x="1502" y="7262"/>
                  </a:cubicBezTo>
                  <a:cubicBezTo>
                    <a:pt x="1523" y="7357"/>
                    <a:pt x="1587" y="7442"/>
                    <a:pt x="1661" y="7495"/>
                  </a:cubicBezTo>
                  <a:lnTo>
                    <a:pt x="2221" y="7854"/>
                  </a:lnTo>
                  <a:cubicBezTo>
                    <a:pt x="2287" y="7895"/>
                    <a:pt x="2359" y="7911"/>
                    <a:pt x="2432" y="7911"/>
                  </a:cubicBezTo>
                  <a:cubicBezTo>
                    <a:pt x="2453" y="7911"/>
                    <a:pt x="2475" y="7910"/>
                    <a:pt x="2496" y="7907"/>
                  </a:cubicBezTo>
                  <a:cubicBezTo>
                    <a:pt x="2591" y="7886"/>
                    <a:pt x="2676" y="7823"/>
                    <a:pt x="2729" y="7738"/>
                  </a:cubicBezTo>
                  <a:lnTo>
                    <a:pt x="3088" y="7188"/>
                  </a:lnTo>
                  <a:cubicBezTo>
                    <a:pt x="3099" y="7167"/>
                    <a:pt x="3109" y="7146"/>
                    <a:pt x="3109" y="7125"/>
                  </a:cubicBezTo>
                  <a:cubicBezTo>
                    <a:pt x="3448" y="7252"/>
                    <a:pt x="3797" y="7315"/>
                    <a:pt x="4167" y="7326"/>
                  </a:cubicBezTo>
                  <a:cubicBezTo>
                    <a:pt x="4167" y="7347"/>
                    <a:pt x="4167" y="7368"/>
                    <a:pt x="4177" y="7389"/>
                  </a:cubicBezTo>
                  <a:lnTo>
                    <a:pt x="4315" y="8024"/>
                  </a:lnTo>
                  <a:cubicBezTo>
                    <a:pt x="4352" y="8198"/>
                    <a:pt x="4501" y="8317"/>
                    <a:pt x="4671" y="8317"/>
                  </a:cubicBezTo>
                  <a:cubicBezTo>
                    <a:pt x="4697" y="8317"/>
                    <a:pt x="4722" y="8315"/>
                    <a:pt x="4748" y="8309"/>
                  </a:cubicBezTo>
                  <a:lnTo>
                    <a:pt x="5394" y="8172"/>
                  </a:lnTo>
                  <a:cubicBezTo>
                    <a:pt x="5594" y="8129"/>
                    <a:pt x="5721" y="7928"/>
                    <a:pt x="5679" y="7738"/>
                  </a:cubicBezTo>
                  <a:lnTo>
                    <a:pt x="5542" y="7093"/>
                  </a:lnTo>
                  <a:cubicBezTo>
                    <a:pt x="5531" y="7072"/>
                    <a:pt x="5520" y="7051"/>
                    <a:pt x="5520" y="7030"/>
                  </a:cubicBezTo>
                  <a:cubicBezTo>
                    <a:pt x="5859" y="6871"/>
                    <a:pt x="6165" y="6660"/>
                    <a:pt x="6419" y="6406"/>
                  </a:cubicBezTo>
                  <a:cubicBezTo>
                    <a:pt x="6440" y="6416"/>
                    <a:pt x="6451" y="6437"/>
                    <a:pt x="6472" y="6448"/>
                  </a:cubicBezTo>
                  <a:lnTo>
                    <a:pt x="7022" y="6797"/>
                  </a:lnTo>
                  <a:cubicBezTo>
                    <a:pt x="7085" y="6836"/>
                    <a:pt x="7159" y="6858"/>
                    <a:pt x="7228" y="6858"/>
                  </a:cubicBezTo>
                  <a:cubicBezTo>
                    <a:pt x="7252" y="6858"/>
                    <a:pt x="7275" y="6855"/>
                    <a:pt x="7297" y="6850"/>
                  </a:cubicBezTo>
                  <a:cubicBezTo>
                    <a:pt x="7392" y="6829"/>
                    <a:pt x="7477" y="6776"/>
                    <a:pt x="7540" y="6691"/>
                  </a:cubicBezTo>
                  <a:lnTo>
                    <a:pt x="7889" y="6131"/>
                  </a:lnTo>
                  <a:cubicBezTo>
                    <a:pt x="7995" y="5962"/>
                    <a:pt x="7953" y="5729"/>
                    <a:pt x="7773" y="5623"/>
                  </a:cubicBezTo>
                  <a:lnTo>
                    <a:pt x="7223" y="5274"/>
                  </a:lnTo>
                  <a:cubicBezTo>
                    <a:pt x="7202" y="5253"/>
                    <a:pt x="7191" y="5253"/>
                    <a:pt x="7170" y="5243"/>
                  </a:cubicBezTo>
                  <a:cubicBezTo>
                    <a:pt x="7286" y="4904"/>
                    <a:pt x="7350" y="4555"/>
                    <a:pt x="7360" y="4185"/>
                  </a:cubicBezTo>
                  <a:lnTo>
                    <a:pt x="7424" y="4185"/>
                  </a:lnTo>
                  <a:lnTo>
                    <a:pt x="8058" y="4048"/>
                  </a:lnTo>
                  <a:cubicBezTo>
                    <a:pt x="8259" y="4005"/>
                    <a:pt x="8386" y="3804"/>
                    <a:pt x="8344" y="3604"/>
                  </a:cubicBezTo>
                  <a:lnTo>
                    <a:pt x="8206" y="2969"/>
                  </a:lnTo>
                  <a:cubicBezTo>
                    <a:pt x="8169" y="2794"/>
                    <a:pt x="8021" y="2675"/>
                    <a:pt x="7850" y="2675"/>
                  </a:cubicBezTo>
                  <a:cubicBezTo>
                    <a:pt x="7825" y="2675"/>
                    <a:pt x="7799" y="2678"/>
                    <a:pt x="7773" y="2684"/>
                  </a:cubicBezTo>
                  <a:lnTo>
                    <a:pt x="7128" y="2821"/>
                  </a:lnTo>
                  <a:cubicBezTo>
                    <a:pt x="7107" y="2821"/>
                    <a:pt x="7085" y="2832"/>
                    <a:pt x="7064" y="2832"/>
                  </a:cubicBezTo>
                  <a:cubicBezTo>
                    <a:pt x="6916" y="2493"/>
                    <a:pt x="6694" y="2197"/>
                    <a:pt x="6440" y="1933"/>
                  </a:cubicBezTo>
                  <a:cubicBezTo>
                    <a:pt x="6462" y="1922"/>
                    <a:pt x="6472" y="1901"/>
                    <a:pt x="6483" y="1880"/>
                  </a:cubicBezTo>
                  <a:lnTo>
                    <a:pt x="6842" y="1330"/>
                  </a:lnTo>
                  <a:cubicBezTo>
                    <a:pt x="6948" y="1161"/>
                    <a:pt x="6895" y="928"/>
                    <a:pt x="6726" y="823"/>
                  </a:cubicBezTo>
                  <a:lnTo>
                    <a:pt x="6176" y="463"/>
                  </a:lnTo>
                  <a:cubicBezTo>
                    <a:pt x="6113" y="426"/>
                    <a:pt x="6045" y="408"/>
                    <a:pt x="5978" y="408"/>
                  </a:cubicBezTo>
                  <a:cubicBezTo>
                    <a:pt x="5854" y="408"/>
                    <a:pt x="5734" y="469"/>
                    <a:pt x="5658" y="579"/>
                  </a:cubicBezTo>
                  <a:lnTo>
                    <a:pt x="5309" y="1129"/>
                  </a:lnTo>
                  <a:cubicBezTo>
                    <a:pt x="5298" y="1150"/>
                    <a:pt x="5288" y="1172"/>
                    <a:pt x="5277" y="1193"/>
                  </a:cubicBezTo>
                  <a:cubicBezTo>
                    <a:pt x="4949" y="1066"/>
                    <a:pt x="4590" y="1002"/>
                    <a:pt x="4230" y="992"/>
                  </a:cubicBezTo>
                  <a:cubicBezTo>
                    <a:pt x="4230" y="971"/>
                    <a:pt x="4220" y="949"/>
                    <a:pt x="4220" y="928"/>
                  </a:cubicBezTo>
                  <a:lnTo>
                    <a:pt x="4082" y="294"/>
                  </a:lnTo>
                  <a:cubicBezTo>
                    <a:pt x="4045" y="119"/>
                    <a:pt x="3889" y="0"/>
                    <a:pt x="37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26"/>
          <p:cNvSpPr/>
          <p:nvPr/>
        </p:nvSpPr>
        <p:spPr>
          <a:xfrm>
            <a:off x="8459961" y="-684019"/>
            <a:ext cx="1368067" cy="1368031"/>
          </a:xfrm>
          <a:custGeom>
            <a:rect b="b" l="l" r="r" t="t"/>
            <a:pathLst>
              <a:path extrusionOk="0" fill="none" h="14425" w="14425">
                <a:moveTo>
                  <a:pt x="11093" y="1777"/>
                </a:moveTo>
                <a:lnTo>
                  <a:pt x="10279" y="2570"/>
                </a:lnTo>
                <a:cubicBezTo>
                  <a:pt x="10247" y="2592"/>
                  <a:pt x="10226" y="2623"/>
                  <a:pt x="10205" y="2655"/>
                </a:cubicBezTo>
                <a:cubicBezTo>
                  <a:pt x="9666" y="2296"/>
                  <a:pt x="9073" y="2052"/>
                  <a:pt x="8460" y="1904"/>
                </a:cubicBezTo>
                <a:cubicBezTo>
                  <a:pt x="8471" y="1873"/>
                  <a:pt x="8481" y="1830"/>
                  <a:pt x="8481" y="1799"/>
                </a:cubicBezTo>
                <a:lnTo>
                  <a:pt x="8492" y="667"/>
                </a:lnTo>
                <a:cubicBezTo>
                  <a:pt x="8492" y="318"/>
                  <a:pt x="8206" y="22"/>
                  <a:pt x="7857" y="22"/>
                </a:cubicBezTo>
                <a:lnTo>
                  <a:pt x="6726" y="12"/>
                </a:lnTo>
                <a:cubicBezTo>
                  <a:pt x="6377" y="1"/>
                  <a:pt x="6081" y="286"/>
                  <a:pt x="6081" y="635"/>
                </a:cubicBezTo>
                <a:lnTo>
                  <a:pt x="6070" y="1767"/>
                </a:lnTo>
                <a:cubicBezTo>
                  <a:pt x="6070" y="1809"/>
                  <a:pt x="6070" y="1851"/>
                  <a:pt x="6081" y="1883"/>
                </a:cubicBezTo>
                <a:cubicBezTo>
                  <a:pt x="5478" y="2010"/>
                  <a:pt x="4897" y="2232"/>
                  <a:pt x="4368" y="2560"/>
                </a:cubicBezTo>
                <a:cubicBezTo>
                  <a:pt x="4347" y="2528"/>
                  <a:pt x="4326" y="2507"/>
                  <a:pt x="4294" y="2475"/>
                </a:cubicBezTo>
                <a:lnTo>
                  <a:pt x="3511" y="1672"/>
                </a:lnTo>
                <a:cubicBezTo>
                  <a:pt x="3268" y="1418"/>
                  <a:pt x="2856" y="1407"/>
                  <a:pt x="2602" y="1651"/>
                </a:cubicBezTo>
                <a:lnTo>
                  <a:pt x="1798" y="2444"/>
                </a:lnTo>
                <a:cubicBezTo>
                  <a:pt x="1545" y="2687"/>
                  <a:pt x="1534" y="3089"/>
                  <a:pt x="1777" y="3342"/>
                </a:cubicBezTo>
                <a:lnTo>
                  <a:pt x="2570" y="4157"/>
                </a:lnTo>
                <a:cubicBezTo>
                  <a:pt x="2591" y="4178"/>
                  <a:pt x="2623" y="4210"/>
                  <a:pt x="2655" y="4231"/>
                </a:cubicBezTo>
                <a:cubicBezTo>
                  <a:pt x="2295" y="4770"/>
                  <a:pt x="2052" y="5352"/>
                  <a:pt x="1904" y="5965"/>
                </a:cubicBezTo>
                <a:cubicBezTo>
                  <a:pt x="1872" y="5965"/>
                  <a:pt x="1830" y="5954"/>
                  <a:pt x="1798" y="5954"/>
                </a:cubicBezTo>
                <a:lnTo>
                  <a:pt x="667" y="5944"/>
                </a:lnTo>
                <a:cubicBezTo>
                  <a:pt x="498" y="5944"/>
                  <a:pt x="329" y="6007"/>
                  <a:pt x="212" y="6123"/>
                </a:cubicBezTo>
                <a:lnTo>
                  <a:pt x="212" y="6123"/>
                </a:lnTo>
                <a:cubicBezTo>
                  <a:pt x="85" y="6240"/>
                  <a:pt x="22" y="6398"/>
                  <a:pt x="22" y="6578"/>
                </a:cubicBezTo>
                <a:lnTo>
                  <a:pt x="1" y="7710"/>
                </a:lnTo>
                <a:lnTo>
                  <a:pt x="1" y="7710"/>
                </a:lnTo>
                <a:cubicBezTo>
                  <a:pt x="1" y="8059"/>
                  <a:pt x="286" y="8344"/>
                  <a:pt x="635" y="8355"/>
                </a:cubicBezTo>
                <a:lnTo>
                  <a:pt x="1767" y="8365"/>
                </a:lnTo>
                <a:cubicBezTo>
                  <a:pt x="1809" y="8365"/>
                  <a:pt x="1841" y="8355"/>
                  <a:pt x="1883" y="8355"/>
                </a:cubicBezTo>
                <a:cubicBezTo>
                  <a:pt x="2010" y="8947"/>
                  <a:pt x="2232" y="9528"/>
                  <a:pt x="2560" y="10068"/>
                </a:cubicBezTo>
                <a:cubicBezTo>
                  <a:pt x="2528" y="10089"/>
                  <a:pt x="2507" y="10110"/>
                  <a:pt x="2475" y="10131"/>
                </a:cubicBezTo>
                <a:lnTo>
                  <a:pt x="1661" y="10924"/>
                </a:lnTo>
                <a:cubicBezTo>
                  <a:pt x="1407" y="11167"/>
                  <a:pt x="1407" y="11569"/>
                  <a:pt x="1650" y="11823"/>
                </a:cubicBezTo>
                <a:lnTo>
                  <a:pt x="2433" y="12637"/>
                </a:lnTo>
                <a:cubicBezTo>
                  <a:pt x="2687" y="12891"/>
                  <a:pt x="3088" y="12891"/>
                  <a:pt x="3342" y="12648"/>
                </a:cubicBezTo>
                <a:lnTo>
                  <a:pt x="4156" y="11865"/>
                </a:lnTo>
                <a:cubicBezTo>
                  <a:pt x="4178" y="11834"/>
                  <a:pt x="4199" y="11812"/>
                  <a:pt x="4220" y="11781"/>
                </a:cubicBezTo>
                <a:cubicBezTo>
                  <a:pt x="4759" y="12130"/>
                  <a:pt x="5351" y="12383"/>
                  <a:pt x="5965" y="12521"/>
                </a:cubicBezTo>
                <a:cubicBezTo>
                  <a:pt x="5954" y="12563"/>
                  <a:pt x="5954" y="12595"/>
                  <a:pt x="5954" y="12637"/>
                </a:cubicBezTo>
                <a:lnTo>
                  <a:pt x="5943" y="13769"/>
                </a:lnTo>
                <a:cubicBezTo>
                  <a:pt x="5943" y="13938"/>
                  <a:pt x="6007" y="14096"/>
                  <a:pt x="6123" y="14223"/>
                </a:cubicBezTo>
                <a:cubicBezTo>
                  <a:pt x="6240" y="14340"/>
                  <a:pt x="6398" y="14414"/>
                  <a:pt x="6567" y="14414"/>
                </a:cubicBezTo>
                <a:lnTo>
                  <a:pt x="7699" y="14424"/>
                </a:lnTo>
                <a:lnTo>
                  <a:pt x="7699" y="14424"/>
                </a:lnTo>
                <a:cubicBezTo>
                  <a:pt x="7879" y="14424"/>
                  <a:pt x="8037" y="14361"/>
                  <a:pt x="8154" y="14245"/>
                </a:cubicBezTo>
                <a:cubicBezTo>
                  <a:pt x="8270" y="14128"/>
                  <a:pt x="8344" y="13970"/>
                  <a:pt x="8344" y="13790"/>
                </a:cubicBezTo>
                <a:lnTo>
                  <a:pt x="8365" y="12658"/>
                </a:lnTo>
                <a:cubicBezTo>
                  <a:pt x="8365" y="12627"/>
                  <a:pt x="8354" y="12584"/>
                  <a:pt x="8354" y="12553"/>
                </a:cubicBezTo>
                <a:cubicBezTo>
                  <a:pt x="8947" y="12426"/>
                  <a:pt x="9528" y="12193"/>
                  <a:pt x="10067" y="11865"/>
                </a:cubicBezTo>
                <a:cubicBezTo>
                  <a:pt x="10078" y="11897"/>
                  <a:pt x="10110" y="11929"/>
                  <a:pt x="10131" y="11950"/>
                </a:cubicBezTo>
                <a:lnTo>
                  <a:pt x="10924" y="12764"/>
                </a:lnTo>
                <a:cubicBezTo>
                  <a:pt x="11167" y="13018"/>
                  <a:pt x="11569" y="13028"/>
                  <a:pt x="11823" y="12785"/>
                </a:cubicBezTo>
                <a:lnTo>
                  <a:pt x="12637" y="11992"/>
                </a:lnTo>
                <a:cubicBezTo>
                  <a:pt x="12891" y="11749"/>
                  <a:pt x="12891" y="11347"/>
                  <a:pt x="12648" y="11093"/>
                </a:cubicBezTo>
                <a:lnTo>
                  <a:pt x="11865" y="10279"/>
                </a:lnTo>
                <a:cubicBezTo>
                  <a:pt x="11833" y="10247"/>
                  <a:pt x="11812" y="10226"/>
                  <a:pt x="11780" y="10205"/>
                </a:cubicBezTo>
                <a:cubicBezTo>
                  <a:pt x="12129" y="9666"/>
                  <a:pt x="12383" y="9074"/>
                  <a:pt x="12521" y="8460"/>
                </a:cubicBezTo>
                <a:cubicBezTo>
                  <a:pt x="12563" y="8471"/>
                  <a:pt x="12595" y="8482"/>
                  <a:pt x="12637" y="8482"/>
                </a:cubicBezTo>
                <a:lnTo>
                  <a:pt x="13768" y="8492"/>
                </a:lnTo>
                <a:cubicBezTo>
                  <a:pt x="13938" y="8492"/>
                  <a:pt x="14096" y="8418"/>
                  <a:pt x="14213" y="8312"/>
                </a:cubicBezTo>
                <a:cubicBezTo>
                  <a:pt x="14339" y="8196"/>
                  <a:pt x="14414" y="8037"/>
                  <a:pt x="14414" y="7858"/>
                </a:cubicBezTo>
                <a:lnTo>
                  <a:pt x="14424" y="6726"/>
                </a:lnTo>
                <a:cubicBezTo>
                  <a:pt x="14424" y="6377"/>
                  <a:pt x="14149" y="6092"/>
                  <a:pt x="13790" y="6081"/>
                </a:cubicBezTo>
                <a:lnTo>
                  <a:pt x="12658" y="6071"/>
                </a:lnTo>
                <a:cubicBezTo>
                  <a:pt x="12626" y="6071"/>
                  <a:pt x="12584" y="6071"/>
                  <a:pt x="12552" y="6081"/>
                </a:cubicBezTo>
                <a:cubicBezTo>
                  <a:pt x="12426" y="5478"/>
                  <a:pt x="12193" y="4907"/>
                  <a:pt x="11865" y="4368"/>
                </a:cubicBezTo>
                <a:cubicBezTo>
                  <a:pt x="11897" y="4347"/>
                  <a:pt x="11929" y="4326"/>
                  <a:pt x="11950" y="4294"/>
                </a:cubicBezTo>
                <a:lnTo>
                  <a:pt x="12764" y="3512"/>
                </a:lnTo>
                <a:cubicBezTo>
                  <a:pt x="13018" y="3268"/>
                  <a:pt x="13028" y="2856"/>
                  <a:pt x="12774" y="2602"/>
                </a:cubicBezTo>
                <a:lnTo>
                  <a:pt x="11992" y="1799"/>
                </a:lnTo>
                <a:cubicBezTo>
                  <a:pt x="11749" y="1545"/>
                  <a:pt x="11336" y="1534"/>
                  <a:pt x="11093" y="1777"/>
                </a:cubicBezTo>
                <a:close/>
                <a:moveTo>
                  <a:pt x="9296" y="9370"/>
                </a:moveTo>
                <a:cubicBezTo>
                  <a:pt x="8111" y="10522"/>
                  <a:pt x="6208" y="10491"/>
                  <a:pt x="5066" y="9306"/>
                </a:cubicBezTo>
                <a:cubicBezTo>
                  <a:pt x="3913" y="8111"/>
                  <a:pt x="3945" y="6208"/>
                  <a:pt x="5129" y="5066"/>
                </a:cubicBezTo>
                <a:cubicBezTo>
                  <a:pt x="6314" y="3913"/>
                  <a:pt x="8217" y="3945"/>
                  <a:pt x="9370" y="5129"/>
                </a:cubicBezTo>
                <a:cubicBezTo>
                  <a:pt x="10512" y="6314"/>
                  <a:pt x="10490" y="8217"/>
                  <a:pt x="9296" y="937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057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451127" y="4822651"/>
            <a:ext cx="648043" cy="641680"/>
          </a:xfrm>
          <a:custGeom>
            <a:rect b="b" l="l" r="r" t="t"/>
            <a:pathLst>
              <a:path extrusionOk="0" h="10430" w="10533">
                <a:moveTo>
                  <a:pt x="5270" y="3004"/>
                </a:moveTo>
                <a:cubicBezTo>
                  <a:pt x="6208" y="3004"/>
                  <a:pt x="7080" y="3606"/>
                  <a:pt x="7371" y="4546"/>
                </a:cubicBezTo>
                <a:cubicBezTo>
                  <a:pt x="7741" y="5709"/>
                  <a:pt x="7096" y="6957"/>
                  <a:pt x="5933" y="7327"/>
                </a:cubicBezTo>
                <a:cubicBezTo>
                  <a:pt x="5715" y="7395"/>
                  <a:pt x="5494" y="7427"/>
                  <a:pt x="5276" y="7427"/>
                </a:cubicBezTo>
                <a:cubicBezTo>
                  <a:pt x="4333" y="7427"/>
                  <a:pt x="3454" y="6824"/>
                  <a:pt x="3162" y="5879"/>
                </a:cubicBezTo>
                <a:cubicBezTo>
                  <a:pt x="2792" y="4715"/>
                  <a:pt x="3437" y="3478"/>
                  <a:pt x="4600" y="3108"/>
                </a:cubicBezTo>
                <a:cubicBezTo>
                  <a:pt x="4823" y="3037"/>
                  <a:pt x="5048" y="3004"/>
                  <a:pt x="5270" y="3004"/>
                </a:cubicBezTo>
                <a:close/>
                <a:moveTo>
                  <a:pt x="4197" y="0"/>
                </a:moveTo>
                <a:cubicBezTo>
                  <a:pt x="4151" y="0"/>
                  <a:pt x="4106" y="7"/>
                  <a:pt x="4061" y="20"/>
                </a:cubicBezTo>
                <a:lnTo>
                  <a:pt x="3268" y="274"/>
                </a:lnTo>
                <a:cubicBezTo>
                  <a:pt x="3014" y="348"/>
                  <a:pt x="2877" y="623"/>
                  <a:pt x="2961" y="866"/>
                </a:cubicBezTo>
                <a:lnTo>
                  <a:pt x="3215" y="1659"/>
                </a:lnTo>
                <a:cubicBezTo>
                  <a:pt x="3215" y="1691"/>
                  <a:pt x="3226" y="1712"/>
                  <a:pt x="3247" y="1733"/>
                </a:cubicBezTo>
                <a:cubicBezTo>
                  <a:pt x="2834" y="1977"/>
                  <a:pt x="2475" y="2283"/>
                  <a:pt x="2179" y="2643"/>
                </a:cubicBezTo>
                <a:cubicBezTo>
                  <a:pt x="2158" y="2622"/>
                  <a:pt x="2126" y="2611"/>
                  <a:pt x="2105" y="2590"/>
                </a:cubicBezTo>
                <a:lnTo>
                  <a:pt x="1365" y="2209"/>
                </a:lnTo>
                <a:cubicBezTo>
                  <a:pt x="1297" y="2179"/>
                  <a:pt x="1225" y="2162"/>
                  <a:pt x="1155" y="2162"/>
                </a:cubicBezTo>
                <a:cubicBezTo>
                  <a:pt x="1104" y="2162"/>
                  <a:pt x="1054" y="2171"/>
                  <a:pt x="1005" y="2188"/>
                </a:cubicBezTo>
                <a:cubicBezTo>
                  <a:pt x="878" y="2220"/>
                  <a:pt x="783" y="2304"/>
                  <a:pt x="730" y="2421"/>
                </a:cubicBezTo>
                <a:lnTo>
                  <a:pt x="349" y="3161"/>
                </a:lnTo>
                <a:cubicBezTo>
                  <a:pt x="233" y="3394"/>
                  <a:pt x="318" y="3679"/>
                  <a:pt x="550" y="3795"/>
                </a:cubicBezTo>
                <a:lnTo>
                  <a:pt x="1291" y="4176"/>
                </a:lnTo>
                <a:cubicBezTo>
                  <a:pt x="1322" y="4187"/>
                  <a:pt x="1343" y="4197"/>
                  <a:pt x="1375" y="4208"/>
                </a:cubicBezTo>
                <a:cubicBezTo>
                  <a:pt x="1259" y="4641"/>
                  <a:pt x="1217" y="5096"/>
                  <a:pt x="1259" y="5561"/>
                </a:cubicBezTo>
                <a:cubicBezTo>
                  <a:pt x="1227" y="5561"/>
                  <a:pt x="1206" y="5572"/>
                  <a:pt x="1174" y="5572"/>
                </a:cubicBezTo>
                <a:lnTo>
                  <a:pt x="381" y="5826"/>
                </a:lnTo>
                <a:cubicBezTo>
                  <a:pt x="138" y="5910"/>
                  <a:pt x="0" y="6175"/>
                  <a:pt x="75" y="6418"/>
                </a:cubicBezTo>
                <a:lnTo>
                  <a:pt x="328" y="7211"/>
                </a:lnTo>
                <a:cubicBezTo>
                  <a:pt x="388" y="7414"/>
                  <a:pt x="569" y="7543"/>
                  <a:pt x="769" y="7543"/>
                </a:cubicBezTo>
                <a:cubicBezTo>
                  <a:pt x="819" y="7543"/>
                  <a:pt x="870" y="7535"/>
                  <a:pt x="920" y="7518"/>
                </a:cubicBezTo>
                <a:lnTo>
                  <a:pt x="1714" y="7274"/>
                </a:lnTo>
                <a:cubicBezTo>
                  <a:pt x="1735" y="7264"/>
                  <a:pt x="1766" y="7253"/>
                  <a:pt x="1788" y="7243"/>
                </a:cubicBezTo>
                <a:cubicBezTo>
                  <a:pt x="2031" y="7655"/>
                  <a:pt x="2337" y="8004"/>
                  <a:pt x="2686" y="8300"/>
                </a:cubicBezTo>
                <a:cubicBezTo>
                  <a:pt x="2676" y="8321"/>
                  <a:pt x="2655" y="8353"/>
                  <a:pt x="2644" y="8374"/>
                </a:cubicBezTo>
                <a:lnTo>
                  <a:pt x="2263" y="9114"/>
                </a:lnTo>
                <a:cubicBezTo>
                  <a:pt x="2211" y="9231"/>
                  <a:pt x="2200" y="9358"/>
                  <a:pt x="2232" y="9474"/>
                </a:cubicBezTo>
                <a:cubicBezTo>
                  <a:pt x="2274" y="9601"/>
                  <a:pt x="2359" y="9696"/>
                  <a:pt x="2464" y="9749"/>
                </a:cubicBezTo>
                <a:lnTo>
                  <a:pt x="3215" y="10129"/>
                </a:lnTo>
                <a:cubicBezTo>
                  <a:pt x="3279" y="10168"/>
                  <a:pt x="3353" y="10187"/>
                  <a:pt x="3426" y="10187"/>
                </a:cubicBezTo>
                <a:cubicBezTo>
                  <a:pt x="3474" y="10187"/>
                  <a:pt x="3522" y="10178"/>
                  <a:pt x="3564" y="10161"/>
                </a:cubicBezTo>
                <a:cubicBezTo>
                  <a:pt x="3680" y="10129"/>
                  <a:pt x="3786" y="10045"/>
                  <a:pt x="3850" y="9929"/>
                </a:cubicBezTo>
                <a:lnTo>
                  <a:pt x="4230" y="9188"/>
                </a:lnTo>
                <a:cubicBezTo>
                  <a:pt x="4241" y="9157"/>
                  <a:pt x="4251" y="9135"/>
                  <a:pt x="4251" y="9114"/>
                </a:cubicBezTo>
                <a:cubicBezTo>
                  <a:pt x="4581" y="9193"/>
                  <a:pt x="4916" y="9236"/>
                  <a:pt x="5257" y="9236"/>
                </a:cubicBezTo>
                <a:cubicBezTo>
                  <a:pt x="5376" y="9236"/>
                  <a:pt x="5495" y="9231"/>
                  <a:pt x="5615" y="9220"/>
                </a:cubicBezTo>
                <a:cubicBezTo>
                  <a:pt x="5615" y="9252"/>
                  <a:pt x="5615" y="9273"/>
                  <a:pt x="5626" y="9305"/>
                </a:cubicBezTo>
                <a:lnTo>
                  <a:pt x="5880" y="10098"/>
                </a:lnTo>
                <a:cubicBezTo>
                  <a:pt x="5939" y="10301"/>
                  <a:pt x="6120" y="10429"/>
                  <a:pt x="6320" y="10429"/>
                </a:cubicBezTo>
                <a:cubicBezTo>
                  <a:pt x="6370" y="10429"/>
                  <a:pt x="6421" y="10421"/>
                  <a:pt x="6472" y="10404"/>
                </a:cubicBezTo>
                <a:lnTo>
                  <a:pt x="7265" y="10151"/>
                </a:lnTo>
                <a:cubicBezTo>
                  <a:pt x="7508" y="10077"/>
                  <a:pt x="7646" y="9812"/>
                  <a:pt x="7572" y="9569"/>
                </a:cubicBezTo>
                <a:lnTo>
                  <a:pt x="7318" y="8765"/>
                </a:lnTo>
                <a:cubicBezTo>
                  <a:pt x="7318" y="8744"/>
                  <a:pt x="7297" y="8713"/>
                  <a:pt x="7286" y="8691"/>
                </a:cubicBezTo>
                <a:cubicBezTo>
                  <a:pt x="7699" y="8459"/>
                  <a:pt x="8058" y="8142"/>
                  <a:pt x="8354" y="7793"/>
                </a:cubicBezTo>
                <a:cubicBezTo>
                  <a:pt x="8375" y="7803"/>
                  <a:pt x="8397" y="7824"/>
                  <a:pt x="8428" y="7835"/>
                </a:cubicBezTo>
                <a:lnTo>
                  <a:pt x="9168" y="8216"/>
                </a:lnTo>
                <a:cubicBezTo>
                  <a:pt x="9237" y="8253"/>
                  <a:pt x="9308" y="8268"/>
                  <a:pt x="9379" y="8268"/>
                </a:cubicBezTo>
                <a:cubicBezTo>
                  <a:pt x="9430" y="8268"/>
                  <a:pt x="9480" y="8260"/>
                  <a:pt x="9528" y="8247"/>
                </a:cubicBezTo>
                <a:cubicBezTo>
                  <a:pt x="9644" y="8205"/>
                  <a:pt x="9739" y="8131"/>
                  <a:pt x="9803" y="8015"/>
                </a:cubicBezTo>
                <a:lnTo>
                  <a:pt x="10184" y="7274"/>
                </a:lnTo>
                <a:cubicBezTo>
                  <a:pt x="10300" y="7042"/>
                  <a:pt x="10205" y="6756"/>
                  <a:pt x="9983" y="6640"/>
                </a:cubicBezTo>
                <a:lnTo>
                  <a:pt x="9232" y="6259"/>
                </a:lnTo>
                <a:cubicBezTo>
                  <a:pt x="9211" y="6238"/>
                  <a:pt x="9190" y="6228"/>
                  <a:pt x="9158" y="6228"/>
                </a:cubicBezTo>
                <a:cubicBezTo>
                  <a:pt x="9274" y="5794"/>
                  <a:pt x="9316" y="5329"/>
                  <a:pt x="9274" y="4874"/>
                </a:cubicBezTo>
                <a:cubicBezTo>
                  <a:pt x="9295" y="4863"/>
                  <a:pt x="9327" y="4863"/>
                  <a:pt x="9348" y="4853"/>
                </a:cubicBezTo>
                <a:lnTo>
                  <a:pt x="10152" y="4599"/>
                </a:lnTo>
                <a:cubicBezTo>
                  <a:pt x="10395" y="4525"/>
                  <a:pt x="10533" y="4261"/>
                  <a:pt x="10459" y="4007"/>
                </a:cubicBezTo>
                <a:lnTo>
                  <a:pt x="10205" y="3214"/>
                </a:lnTo>
                <a:cubicBezTo>
                  <a:pt x="10144" y="3015"/>
                  <a:pt x="9950" y="2887"/>
                  <a:pt x="9748" y="2887"/>
                </a:cubicBezTo>
                <a:cubicBezTo>
                  <a:pt x="9703" y="2887"/>
                  <a:pt x="9657" y="2894"/>
                  <a:pt x="9613" y="2907"/>
                </a:cubicBezTo>
                <a:lnTo>
                  <a:pt x="8819" y="3161"/>
                </a:lnTo>
                <a:cubicBezTo>
                  <a:pt x="8798" y="3172"/>
                  <a:pt x="8767" y="3182"/>
                  <a:pt x="8745" y="3193"/>
                </a:cubicBezTo>
                <a:cubicBezTo>
                  <a:pt x="8502" y="2780"/>
                  <a:pt x="8196" y="2421"/>
                  <a:pt x="7847" y="2125"/>
                </a:cubicBezTo>
                <a:cubicBezTo>
                  <a:pt x="7857" y="2104"/>
                  <a:pt x="7878" y="2082"/>
                  <a:pt x="7889" y="2051"/>
                </a:cubicBezTo>
                <a:lnTo>
                  <a:pt x="8270" y="1311"/>
                </a:lnTo>
                <a:cubicBezTo>
                  <a:pt x="8386" y="1078"/>
                  <a:pt x="8291" y="792"/>
                  <a:pt x="8069" y="676"/>
                </a:cubicBezTo>
                <a:lnTo>
                  <a:pt x="7318" y="295"/>
                </a:lnTo>
                <a:cubicBezTo>
                  <a:pt x="7250" y="261"/>
                  <a:pt x="7178" y="245"/>
                  <a:pt x="7108" y="245"/>
                </a:cubicBezTo>
                <a:cubicBezTo>
                  <a:pt x="6937" y="245"/>
                  <a:pt x="6773" y="339"/>
                  <a:pt x="6683" y="496"/>
                </a:cubicBezTo>
                <a:lnTo>
                  <a:pt x="6303" y="1247"/>
                </a:lnTo>
                <a:cubicBezTo>
                  <a:pt x="6292" y="1268"/>
                  <a:pt x="6282" y="1289"/>
                  <a:pt x="6271" y="1321"/>
                </a:cubicBezTo>
                <a:cubicBezTo>
                  <a:pt x="5948" y="1234"/>
                  <a:pt x="5612" y="1189"/>
                  <a:pt x="5270" y="1189"/>
                </a:cubicBezTo>
                <a:cubicBezTo>
                  <a:pt x="5153" y="1189"/>
                  <a:pt x="5036" y="1194"/>
                  <a:pt x="4918" y="1205"/>
                </a:cubicBezTo>
                <a:cubicBezTo>
                  <a:pt x="4918" y="1184"/>
                  <a:pt x="4907" y="1152"/>
                  <a:pt x="4907" y="1131"/>
                </a:cubicBezTo>
                <a:lnTo>
                  <a:pt x="4653" y="327"/>
                </a:lnTo>
                <a:cubicBezTo>
                  <a:pt x="4593" y="129"/>
                  <a:pt x="4398" y="0"/>
                  <a:pt x="41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/>
          <p:nvPr>
            <p:ph idx="1" type="subTitle"/>
          </p:nvPr>
        </p:nvSpPr>
        <p:spPr>
          <a:xfrm>
            <a:off x="1732850" y="1401569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39" name="Google Shape;339;p27"/>
          <p:cNvSpPr txBox="1"/>
          <p:nvPr>
            <p:ph idx="6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0" name="Google Shape;340;p27"/>
          <p:cNvSpPr txBox="1"/>
          <p:nvPr>
            <p:ph idx="3" type="subTitle"/>
          </p:nvPr>
        </p:nvSpPr>
        <p:spPr>
          <a:xfrm>
            <a:off x="1732850" y="3649200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Vs GitHub</a:t>
            </a:r>
            <a:endParaRPr/>
          </a:p>
        </p:txBody>
      </p:sp>
      <p:sp>
        <p:nvSpPr>
          <p:cNvPr id="341" name="Google Shape;341;p27"/>
          <p:cNvSpPr txBox="1"/>
          <p:nvPr>
            <p:ph idx="5" type="subTitle"/>
          </p:nvPr>
        </p:nvSpPr>
        <p:spPr>
          <a:xfrm>
            <a:off x="5673099" y="1401574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Git?</a:t>
            </a:r>
            <a:endParaRPr/>
          </a:p>
        </p:txBody>
      </p:sp>
      <p:sp>
        <p:nvSpPr>
          <p:cNvPr id="342" name="Google Shape;342;p27"/>
          <p:cNvSpPr txBox="1"/>
          <p:nvPr>
            <p:ph idx="8" type="subTitle"/>
          </p:nvPr>
        </p:nvSpPr>
        <p:spPr>
          <a:xfrm>
            <a:off x="5673099" y="3649200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43" name="Google Shape;343;p27"/>
          <p:cNvSpPr txBox="1"/>
          <p:nvPr>
            <p:ph idx="13" type="subTitle"/>
          </p:nvPr>
        </p:nvSpPr>
        <p:spPr>
          <a:xfrm>
            <a:off x="1732850" y="2525375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</a:t>
            </a:r>
            <a:endParaRPr/>
          </a:p>
        </p:txBody>
      </p:sp>
      <p:sp>
        <p:nvSpPr>
          <p:cNvPr id="344" name="Google Shape;344;p27"/>
          <p:cNvSpPr txBox="1"/>
          <p:nvPr>
            <p:ph idx="15" type="subTitle"/>
          </p:nvPr>
        </p:nvSpPr>
        <p:spPr>
          <a:xfrm>
            <a:off x="5673099" y="2525375"/>
            <a:ext cx="26415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GitHub?</a:t>
            </a:r>
            <a:endParaRPr/>
          </a:p>
        </p:txBody>
      </p:sp>
      <p:sp>
        <p:nvSpPr>
          <p:cNvPr id="345" name="Google Shape;345;p27"/>
          <p:cNvSpPr txBox="1"/>
          <p:nvPr>
            <p:ph idx="4" type="title"/>
          </p:nvPr>
        </p:nvSpPr>
        <p:spPr>
          <a:xfrm>
            <a:off x="4769656" y="1401564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6" name="Google Shape;346;p27"/>
          <p:cNvSpPr txBox="1"/>
          <p:nvPr>
            <p:ph idx="7" type="title"/>
          </p:nvPr>
        </p:nvSpPr>
        <p:spPr>
          <a:xfrm>
            <a:off x="4769656" y="3649188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47" name="Google Shape;347;p27"/>
          <p:cNvSpPr txBox="1"/>
          <p:nvPr>
            <p:ph type="title"/>
          </p:nvPr>
        </p:nvSpPr>
        <p:spPr>
          <a:xfrm>
            <a:off x="829406" y="1401569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8" name="Google Shape;348;p27"/>
          <p:cNvSpPr txBox="1"/>
          <p:nvPr>
            <p:ph idx="2" type="title"/>
          </p:nvPr>
        </p:nvSpPr>
        <p:spPr>
          <a:xfrm>
            <a:off x="829406" y="3649188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9" name="Google Shape;349;p27"/>
          <p:cNvSpPr txBox="1"/>
          <p:nvPr>
            <p:ph idx="9" type="title"/>
          </p:nvPr>
        </p:nvSpPr>
        <p:spPr>
          <a:xfrm>
            <a:off x="829406" y="2525376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0" name="Google Shape;350;p27"/>
          <p:cNvSpPr txBox="1"/>
          <p:nvPr>
            <p:ph idx="14" type="title"/>
          </p:nvPr>
        </p:nvSpPr>
        <p:spPr>
          <a:xfrm>
            <a:off x="4769656" y="2525376"/>
            <a:ext cx="8046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82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8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356" name="Google Shape;356;p28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28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358" name="Google Shape;358;p28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359" name="Google Shape;359;p28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0" name="Google Shape;360;p28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61" name="Google Shape;361;p28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362" name="Google Shape;362;p28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" name="Google Shape;363;p28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64" name="Google Shape;364;p28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4552900" y="2755525"/>
            <a:ext cx="39420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Introduction</a:t>
            </a:r>
            <a:endParaRPr sz="4000"/>
          </a:p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67" name="Google Shape;367;p28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6669" r="16676" t="0"/>
          <a:stretch/>
        </p:blipFill>
        <p:spPr>
          <a:xfrm>
            <a:off x="1267175" y="1044450"/>
            <a:ext cx="3054000" cy="30546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73" name="Google Shape;373;p29"/>
          <p:cNvGrpSpPr/>
          <p:nvPr/>
        </p:nvGrpSpPr>
        <p:grpSpPr>
          <a:xfrm>
            <a:off x="550376" y="335681"/>
            <a:ext cx="6027508" cy="1294330"/>
            <a:chOff x="720000" y="387600"/>
            <a:chExt cx="4785256" cy="1465500"/>
          </a:xfrm>
        </p:grpSpPr>
        <p:grpSp>
          <p:nvGrpSpPr>
            <p:cNvPr id="374" name="Google Shape;374;p29"/>
            <p:cNvGrpSpPr/>
            <p:nvPr/>
          </p:nvGrpSpPr>
          <p:grpSpPr>
            <a:xfrm>
              <a:off x="5386761" y="1211987"/>
              <a:ext cx="118495" cy="119191"/>
              <a:chOff x="4512753" y="952912"/>
              <a:chExt cx="118495" cy="119191"/>
            </a:xfrm>
          </p:grpSpPr>
          <p:sp>
            <p:nvSpPr>
              <p:cNvPr id="375" name="Google Shape;375;p29"/>
              <p:cNvSpPr/>
              <p:nvPr/>
            </p:nvSpPr>
            <p:spPr>
              <a:xfrm>
                <a:off x="4540464" y="980619"/>
                <a:ext cx="63074" cy="63776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9"/>
              <p:cNvSpPr/>
              <p:nvPr/>
            </p:nvSpPr>
            <p:spPr>
              <a:xfrm>
                <a:off x="4512753" y="952912"/>
                <a:ext cx="118495" cy="11919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7" name="Google Shape;377;p29"/>
            <p:cNvSpPr/>
            <p:nvPr/>
          </p:nvSpPr>
          <p:spPr>
            <a:xfrm>
              <a:off x="720000" y="387600"/>
              <a:ext cx="4726800" cy="1465500"/>
            </a:xfrm>
            <a:prstGeom prst="roundRect">
              <a:avLst>
                <a:gd fmla="val 13038" name="adj"/>
              </a:avLst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9"/>
          <p:cNvSpPr txBox="1"/>
          <p:nvPr>
            <p:ph type="title"/>
          </p:nvPr>
        </p:nvSpPr>
        <p:spPr>
          <a:xfrm>
            <a:off x="743825" y="335675"/>
            <a:ext cx="5640600" cy="13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“Software is born not out of a desire for lines of code, but from a problem that demands a solution.”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>
            <p:ph idx="1" type="body"/>
          </p:nvPr>
        </p:nvSpPr>
        <p:spPr>
          <a:xfrm>
            <a:off x="720000" y="1401575"/>
            <a:ext cx="54906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How can you make changes to a file so that you can undo your changes when needed?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-&gt; Making a copy of the file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-&gt; Issues: </a:t>
            </a:r>
            <a:r>
              <a:rPr b="1" lang="en"/>
              <a:t>Unorganized long naming, Redundant data</a:t>
            </a:r>
            <a:endParaRPr b="1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E.g. project, project-1, </a:t>
            </a:r>
            <a:r>
              <a:rPr lang="en"/>
              <a:t>project-2,</a:t>
            </a:r>
            <a:r>
              <a:rPr lang="en"/>
              <a:t> project-final, project-final-again,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roject-final-errorfix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</a:t>
            </a:r>
            <a:endParaRPr/>
          </a:p>
        </p:txBody>
      </p:sp>
      <p:grpSp>
        <p:nvGrpSpPr>
          <p:cNvPr id="385" name="Google Shape;385;p30"/>
          <p:cNvGrpSpPr/>
          <p:nvPr/>
        </p:nvGrpSpPr>
        <p:grpSpPr>
          <a:xfrm>
            <a:off x="6681462" y="1863912"/>
            <a:ext cx="1799783" cy="1521057"/>
            <a:chOff x="5998200" y="3546525"/>
            <a:chExt cx="1176175" cy="994025"/>
          </a:xfrm>
        </p:grpSpPr>
        <p:sp>
          <p:nvSpPr>
            <p:cNvPr id="386" name="Google Shape;386;p30"/>
            <p:cNvSpPr/>
            <p:nvPr/>
          </p:nvSpPr>
          <p:spPr>
            <a:xfrm>
              <a:off x="6293775" y="4465975"/>
              <a:ext cx="474525" cy="74575"/>
            </a:xfrm>
            <a:custGeom>
              <a:rect b="b" l="l" r="r" t="t"/>
              <a:pathLst>
                <a:path extrusionOk="0" h="2983" w="18981">
                  <a:moveTo>
                    <a:pt x="7804" y="0"/>
                  </a:moveTo>
                  <a:lnTo>
                    <a:pt x="6937" y="1597"/>
                  </a:lnTo>
                  <a:lnTo>
                    <a:pt x="698" y="1597"/>
                  </a:lnTo>
                  <a:cubicBezTo>
                    <a:pt x="317" y="1597"/>
                    <a:pt x="0" y="1904"/>
                    <a:pt x="0" y="2284"/>
                  </a:cubicBezTo>
                  <a:cubicBezTo>
                    <a:pt x="0" y="2676"/>
                    <a:pt x="307" y="2982"/>
                    <a:pt x="698" y="2982"/>
                  </a:cubicBezTo>
                  <a:lnTo>
                    <a:pt x="18283" y="2982"/>
                  </a:lnTo>
                  <a:cubicBezTo>
                    <a:pt x="18664" y="2982"/>
                    <a:pt x="18981" y="2676"/>
                    <a:pt x="18981" y="2284"/>
                  </a:cubicBezTo>
                  <a:cubicBezTo>
                    <a:pt x="18981" y="1904"/>
                    <a:pt x="18664" y="1597"/>
                    <a:pt x="18283" y="1597"/>
                  </a:cubicBezTo>
                  <a:lnTo>
                    <a:pt x="12044" y="1597"/>
                  </a:lnTo>
                  <a:lnTo>
                    <a:pt x="11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6494950" y="44300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6494950" y="43951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6442600" y="3546525"/>
              <a:ext cx="354275" cy="354275"/>
            </a:xfrm>
            <a:custGeom>
              <a:rect b="b" l="l" r="r" t="t"/>
              <a:pathLst>
                <a:path extrusionOk="0" h="14171" w="14171">
                  <a:moveTo>
                    <a:pt x="7085" y="4231"/>
                  </a:moveTo>
                  <a:cubicBezTo>
                    <a:pt x="8661" y="4231"/>
                    <a:pt x="9940" y="5510"/>
                    <a:pt x="9940" y="7086"/>
                  </a:cubicBezTo>
                  <a:cubicBezTo>
                    <a:pt x="9940" y="8661"/>
                    <a:pt x="8661" y="9941"/>
                    <a:pt x="7085" y="9941"/>
                  </a:cubicBezTo>
                  <a:cubicBezTo>
                    <a:pt x="5510" y="9941"/>
                    <a:pt x="4241" y="8661"/>
                    <a:pt x="4241" y="7086"/>
                  </a:cubicBezTo>
                  <a:cubicBezTo>
                    <a:pt x="4241" y="5510"/>
                    <a:pt x="5510" y="4231"/>
                    <a:pt x="7085" y="4231"/>
                  </a:cubicBezTo>
                  <a:close/>
                  <a:moveTo>
                    <a:pt x="6292" y="1"/>
                  </a:moveTo>
                  <a:cubicBezTo>
                    <a:pt x="5975" y="1"/>
                    <a:pt x="5732" y="255"/>
                    <a:pt x="5732" y="561"/>
                  </a:cubicBezTo>
                  <a:lnTo>
                    <a:pt x="5732" y="1280"/>
                  </a:lnTo>
                  <a:cubicBezTo>
                    <a:pt x="5087" y="1428"/>
                    <a:pt x="4484" y="1682"/>
                    <a:pt x="3945" y="2021"/>
                  </a:cubicBezTo>
                  <a:lnTo>
                    <a:pt x="3437" y="1513"/>
                  </a:lnTo>
                  <a:cubicBezTo>
                    <a:pt x="3326" y="1402"/>
                    <a:pt x="3183" y="1346"/>
                    <a:pt x="3041" y="1346"/>
                  </a:cubicBezTo>
                  <a:cubicBezTo>
                    <a:pt x="2898" y="1346"/>
                    <a:pt x="2755" y="1402"/>
                    <a:pt x="2644" y="1513"/>
                  </a:cubicBezTo>
                  <a:lnTo>
                    <a:pt x="1513" y="2644"/>
                  </a:lnTo>
                  <a:cubicBezTo>
                    <a:pt x="1290" y="2867"/>
                    <a:pt x="1290" y="3215"/>
                    <a:pt x="1513" y="3438"/>
                  </a:cubicBezTo>
                  <a:lnTo>
                    <a:pt x="2020" y="3945"/>
                  </a:lnTo>
                  <a:cubicBezTo>
                    <a:pt x="1682" y="4484"/>
                    <a:pt x="1439" y="5087"/>
                    <a:pt x="1280" y="5722"/>
                  </a:cubicBezTo>
                  <a:lnTo>
                    <a:pt x="561" y="5722"/>
                  </a:lnTo>
                  <a:cubicBezTo>
                    <a:pt x="254" y="5722"/>
                    <a:pt x="0" y="5975"/>
                    <a:pt x="0" y="6293"/>
                  </a:cubicBezTo>
                  <a:lnTo>
                    <a:pt x="0" y="7889"/>
                  </a:lnTo>
                  <a:cubicBezTo>
                    <a:pt x="0" y="8196"/>
                    <a:pt x="254" y="8450"/>
                    <a:pt x="561" y="8450"/>
                  </a:cubicBezTo>
                  <a:lnTo>
                    <a:pt x="1280" y="8450"/>
                  </a:lnTo>
                  <a:cubicBezTo>
                    <a:pt x="1439" y="9084"/>
                    <a:pt x="1682" y="9687"/>
                    <a:pt x="2020" y="10226"/>
                  </a:cubicBezTo>
                  <a:lnTo>
                    <a:pt x="1513" y="10734"/>
                  </a:lnTo>
                  <a:cubicBezTo>
                    <a:pt x="1290" y="10956"/>
                    <a:pt x="1290" y="11315"/>
                    <a:pt x="1513" y="11527"/>
                  </a:cubicBezTo>
                  <a:lnTo>
                    <a:pt x="2644" y="12658"/>
                  </a:lnTo>
                  <a:cubicBezTo>
                    <a:pt x="2755" y="12769"/>
                    <a:pt x="2898" y="12825"/>
                    <a:pt x="3041" y="12825"/>
                  </a:cubicBezTo>
                  <a:cubicBezTo>
                    <a:pt x="3183" y="12825"/>
                    <a:pt x="3326" y="12769"/>
                    <a:pt x="3437" y="12658"/>
                  </a:cubicBezTo>
                  <a:lnTo>
                    <a:pt x="3945" y="12151"/>
                  </a:lnTo>
                  <a:cubicBezTo>
                    <a:pt x="4484" y="12489"/>
                    <a:pt x="5087" y="12743"/>
                    <a:pt x="5732" y="12891"/>
                  </a:cubicBezTo>
                  <a:lnTo>
                    <a:pt x="5732" y="13610"/>
                  </a:lnTo>
                  <a:cubicBezTo>
                    <a:pt x="5732" y="13917"/>
                    <a:pt x="5975" y="14170"/>
                    <a:pt x="6292" y="14170"/>
                  </a:cubicBezTo>
                  <a:lnTo>
                    <a:pt x="7889" y="14170"/>
                  </a:lnTo>
                  <a:cubicBezTo>
                    <a:pt x="8196" y="14170"/>
                    <a:pt x="8449" y="13917"/>
                    <a:pt x="8449" y="13610"/>
                  </a:cubicBezTo>
                  <a:lnTo>
                    <a:pt x="8449" y="12891"/>
                  </a:lnTo>
                  <a:cubicBezTo>
                    <a:pt x="9084" y="12743"/>
                    <a:pt x="9687" y="12489"/>
                    <a:pt x="10226" y="12151"/>
                  </a:cubicBezTo>
                  <a:lnTo>
                    <a:pt x="10733" y="12658"/>
                  </a:lnTo>
                  <a:cubicBezTo>
                    <a:pt x="10844" y="12769"/>
                    <a:pt x="10990" y="12825"/>
                    <a:pt x="11135" y="12825"/>
                  </a:cubicBezTo>
                  <a:cubicBezTo>
                    <a:pt x="11281" y="12825"/>
                    <a:pt x="11426" y="12769"/>
                    <a:pt x="11537" y="12658"/>
                  </a:cubicBezTo>
                  <a:lnTo>
                    <a:pt x="12658" y="11527"/>
                  </a:lnTo>
                  <a:cubicBezTo>
                    <a:pt x="12880" y="11315"/>
                    <a:pt x="12880" y="10956"/>
                    <a:pt x="12658" y="10734"/>
                  </a:cubicBezTo>
                  <a:lnTo>
                    <a:pt x="12150" y="10226"/>
                  </a:lnTo>
                  <a:cubicBezTo>
                    <a:pt x="12489" y="9687"/>
                    <a:pt x="12742" y="9084"/>
                    <a:pt x="12891" y="8450"/>
                  </a:cubicBezTo>
                  <a:lnTo>
                    <a:pt x="13610" y="8450"/>
                  </a:lnTo>
                  <a:cubicBezTo>
                    <a:pt x="13916" y="8450"/>
                    <a:pt x="14170" y="8196"/>
                    <a:pt x="14170" y="7889"/>
                  </a:cubicBezTo>
                  <a:lnTo>
                    <a:pt x="14170" y="6293"/>
                  </a:lnTo>
                  <a:cubicBezTo>
                    <a:pt x="14170" y="5975"/>
                    <a:pt x="13916" y="5722"/>
                    <a:pt x="13610" y="5722"/>
                  </a:cubicBezTo>
                  <a:lnTo>
                    <a:pt x="12891" y="5722"/>
                  </a:lnTo>
                  <a:cubicBezTo>
                    <a:pt x="12742" y="5087"/>
                    <a:pt x="12489" y="4484"/>
                    <a:pt x="12150" y="3945"/>
                  </a:cubicBezTo>
                  <a:lnTo>
                    <a:pt x="12658" y="3438"/>
                  </a:lnTo>
                  <a:cubicBezTo>
                    <a:pt x="12880" y="3215"/>
                    <a:pt x="12880" y="2867"/>
                    <a:pt x="12658" y="2644"/>
                  </a:cubicBezTo>
                  <a:lnTo>
                    <a:pt x="11537" y="1513"/>
                  </a:lnTo>
                  <a:cubicBezTo>
                    <a:pt x="11426" y="1402"/>
                    <a:pt x="11281" y="1346"/>
                    <a:pt x="11135" y="1346"/>
                  </a:cubicBezTo>
                  <a:cubicBezTo>
                    <a:pt x="10990" y="1346"/>
                    <a:pt x="10844" y="1402"/>
                    <a:pt x="10733" y="1513"/>
                  </a:cubicBezTo>
                  <a:lnTo>
                    <a:pt x="10226" y="2021"/>
                  </a:lnTo>
                  <a:cubicBezTo>
                    <a:pt x="9687" y="1682"/>
                    <a:pt x="9084" y="1428"/>
                    <a:pt x="8449" y="1280"/>
                  </a:cubicBezTo>
                  <a:lnTo>
                    <a:pt x="8449" y="561"/>
                  </a:lnTo>
                  <a:cubicBezTo>
                    <a:pt x="8449" y="255"/>
                    <a:pt x="8196" y="1"/>
                    <a:pt x="7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5998200" y="3716775"/>
              <a:ext cx="1065675" cy="668850"/>
            </a:xfrm>
            <a:custGeom>
              <a:rect b="b" l="l" r="r" t="t"/>
              <a:pathLst>
                <a:path extrusionOk="0" h="26754" w="42627">
                  <a:moveTo>
                    <a:pt x="1513" y="1"/>
                  </a:moveTo>
                  <a:cubicBezTo>
                    <a:pt x="678" y="1"/>
                    <a:pt x="1" y="688"/>
                    <a:pt x="1" y="1523"/>
                  </a:cubicBezTo>
                  <a:lnTo>
                    <a:pt x="1" y="25242"/>
                  </a:lnTo>
                  <a:cubicBezTo>
                    <a:pt x="1" y="26077"/>
                    <a:pt x="678" y="26754"/>
                    <a:pt x="1513" y="26754"/>
                  </a:cubicBezTo>
                  <a:lnTo>
                    <a:pt x="41114" y="26754"/>
                  </a:lnTo>
                  <a:cubicBezTo>
                    <a:pt x="41949" y="26754"/>
                    <a:pt x="42626" y="26077"/>
                    <a:pt x="42626" y="25242"/>
                  </a:cubicBezTo>
                  <a:lnTo>
                    <a:pt x="42626" y="1523"/>
                  </a:lnTo>
                  <a:cubicBezTo>
                    <a:pt x="42626" y="688"/>
                    <a:pt x="41949" y="1"/>
                    <a:pt x="41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607592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6208125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654357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6878800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6332900" y="3799525"/>
              <a:ext cx="196700" cy="24350"/>
            </a:xfrm>
            <a:custGeom>
              <a:rect b="b" l="l" r="r" t="t"/>
              <a:pathLst>
                <a:path extrusionOk="0" h="974" w="7868">
                  <a:moveTo>
                    <a:pt x="0" y="0"/>
                  </a:moveTo>
                  <a:lnTo>
                    <a:pt x="0" y="973"/>
                  </a:lnTo>
                  <a:lnTo>
                    <a:pt x="7867" y="973"/>
                  </a:lnTo>
                  <a:lnTo>
                    <a:pt x="78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6666500" y="3799525"/>
              <a:ext cx="196450" cy="24350"/>
            </a:xfrm>
            <a:custGeom>
              <a:rect b="b" l="l" r="r" t="t"/>
              <a:pathLst>
                <a:path extrusionOk="0" h="974" w="7858">
                  <a:moveTo>
                    <a:pt x="1" y="0"/>
                  </a:moveTo>
                  <a:lnTo>
                    <a:pt x="1" y="973"/>
                  </a:lnTo>
                  <a:lnTo>
                    <a:pt x="7858" y="973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6076450" y="3780500"/>
              <a:ext cx="19325" cy="11650"/>
            </a:xfrm>
            <a:custGeom>
              <a:rect b="b" l="l" r="r" t="t"/>
              <a:pathLst>
                <a:path extrusionOk="0" h="466" w="773">
                  <a:moveTo>
                    <a:pt x="1" y="0"/>
                  </a:moveTo>
                  <a:lnTo>
                    <a:pt x="1" y="465"/>
                  </a:lnTo>
                  <a:lnTo>
                    <a:pt x="773" y="465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6076450" y="3843675"/>
              <a:ext cx="200950" cy="11925"/>
            </a:xfrm>
            <a:custGeom>
              <a:rect b="b" l="l" r="r" t="t"/>
              <a:pathLst>
                <a:path extrusionOk="0" h="477" w="8038">
                  <a:moveTo>
                    <a:pt x="1" y="0"/>
                  </a:moveTo>
                  <a:lnTo>
                    <a:pt x="1" y="476"/>
                  </a:lnTo>
                  <a:lnTo>
                    <a:pt x="8037" y="476"/>
                  </a:lnTo>
                  <a:lnTo>
                    <a:pt x="80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6076450" y="3864550"/>
              <a:ext cx="59775" cy="11675"/>
            </a:xfrm>
            <a:custGeom>
              <a:rect b="b" l="l" r="r" t="t"/>
              <a:pathLst>
                <a:path extrusionOk="0" h="467" w="2391">
                  <a:moveTo>
                    <a:pt x="1" y="1"/>
                  </a:moveTo>
                  <a:lnTo>
                    <a:pt x="1" y="466"/>
                  </a:lnTo>
                  <a:lnTo>
                    <a:pt x="2391" y="466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6077775" y="3913200"/>
              <a:ext cx="236625" cy="387575"/>
            </a:xfrm>
            <a:custGeom>
              <a:rect b="b" l="l" r="r" t="t"/>
              <a:pathLst>
                <a:path extrusionOk="0" h="15503" w="9465">
                  <a:moveTo>
                    <a:pt x="1005" y="0"/>
                  </a:moveTo>
                  <a:cubicBezTo>
                    <a:pt x="445" y="0"/>
                    <a:pt x="1" y="455"/>
                    <a:pt x="1" y="1016"/>
                  </a:cubicBezTo>
                  <a:lnTo>
                    <a:pt x="1" y="14498"/>
                  </a:lnTo>
                  <a:cubicBezTo>
                    <a:pt x="1" y="15058"/>
                    <a:pt x="445" y="15502"/>
                    <a:pt x="1005" y="15502"/>
                  </a:cubicBezTo>
                  <a:lnTo>
                    <a:pt x="8460" y="15502"/>
                  </a:lnTo>
                  <a:cubicBezTo>
                    <a:pt x="9010" y="15502"/>
                    <a:pt x="9465" y="15058"/>
                    <a:pt x="9465" y="14498"/>
                  </a:cubicBezTo>
                  <a:lnTo>
                    <a:pt x="9465" y="1016"/>
                  </a:lnTo>
                  <a:cubicBezTo>
                    <a:pt x="9465" y="455"/>
                    <a:pt x="9010" y="0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6107400" y="3970025"/>
              <a:ext cx="79325" cy="12200"/>
            </a:xfrm>
            <a:custGeom>
              <a:rect b="b" l="l" r="r" t="t"/>
              <a:pathLst>
                <a:path extrusionOk="0" h="488" w="3173">
                  <a:moveTo>
                    <a:pt x="0" y="1"/>
                  </a:moveTo>
                  <a:lnTo>
                    <a:pt x="0" y="487"/>
                  </a:lnTo>
                  <a:lnTo>
                    <a:pt x="3172" y="487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6107400" y="3997275"/>
              <a:ext cx="79325" cy="11900"/>
            </a:xfrm>
            <a:custGeom>
              <a:rect b="b" l="l" r="r" t="t"/>
              <a:pathLst>
                <a:path extrusionOk="0" h="476" w="3173">
                  <a:moveTo>
                    <a:pt x="0" y="0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6107400" y="4024225"/>
              <a:ext cx="79325" cy="11925"/>
            </a:xfrm>
            <a:custGeom>
              <a:rect b="b" l="l" r="r" t="t"/>
              <a:pathLst>
                <a:path extrusionOk="0" h="477" w="3173">
                  <a:moveTo>
                    <a:pt x="0" y="1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6107400" y="4136850"/>
              <a:ext cx="48650" cy="12175"/>
            </a:xfrm>
            <a:custGeom>
              <a:rect b="b" l="l" r="r" t="t"/>
              <a:pathLst>
                <a:path extrusionOk="0" h="487" w="1946">
                  <a:moveTo>
                    <a:pt x="0" y="0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6107400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6190675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6107400" y="4106175"/>
              <a:ext cx="30675" cy="11925"/>
            </a:xfrm>
            <a:custGeom>
              <a:rect b="b" l="l" r="r" t="t"/>
              <a:pathLst>
                <a:path extrusionOk="0" h="477" w="1227">
                  <a:moveTo>
                    <a:pt x="0" y="1"/>
                  </a:moveTo>
                  <a:lnTo>
                    <a:pt x="0" y="477"/>
                  </a:lnTo>
                  <a:lnTo>
                    <a:pt x="1227" y="477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6237975" y="4106175"/>
              <a:ext cx="16150" cy="11925"/>
            </a:xfrm>
            <a:custGeom>
              <a:rect b="b" l="l" r="r" t="t"/>
              <a:pathLst>
                <a:path extrusionOk="0" h="477" w="646">
                  <a:moveTo>
                    <a:pt x="1" y="1"/>
                  </a:moveTo>
                  <a:lnTo>
                    <a:pt x="1" y="477"/>
                  </a:lnTo>
                  <a:lnTo>
                    <a:pt x="646" y="477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6148625" y="4106175"/>
              <a:ext cx="83050" cy="11925"/>
            </a:xfrm>
            <a:custGeom>
              <a:rect b="b" l="l" r="r" t="t"/>
              <a:pathLst>
                <a:path extrusionOk="0" h="477" w="3322">
                  <a:moveTo>
                    <a:pt x="1" y="1"/>
                  </a:moveTo>
                  <a:lnTo>
                    <a:pt x="1" y="477"/>
                  </a:lnTo>
                  <a:lnTo>
                    <a:pt x="3321" y="477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>
              <a:off x="6107400" y="4060450"/>
              <a:ext cx="11650" cy="12175"/>
            </a:xfrm>
            <a:custGeom>
              <a:rect b="b" l="l" r="r" t="t"/>
              <a:pathLst>
                <a:path extrusionOk="0" h="487" w="466">
                  <a:moveTo>
                    <a:pt x="0" y="0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>
              <a:off x="6107400" y="4081850"/>
              <a:ext cx="11650" cy="12200"/>
            </a:xfrm>
            <a:custGeom>
              <a:rect b="b" l="l" r="r" t="t"/>
              <a:pathLst>
                <a:path extrusionOk="0" h="488" w="466">
                  <a:moveTo>
                    <a:pt x="0" y="1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167675" y="4163025"/>
              <a:ext cx="14825" cy="15350"/>
            </a:xfrm>
            <a:custGeom>
              <a:rect b="b" l="l" r="r" t="t"/>
              <a:pathLst>
                <a:path extrusionOk="0" h="614" w="593">
                  <a:moveTo>
                    <a:pt x="423" y="0"/>
                  </a:moveTo>
                  <a:lnTo>
                    <a:pt x="0" y="613"/>
                  </a:lnTo>
                  <a:lnTo>
                    <a:pt x="180" y="61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107400" y="4199225"/>
              <a:ext cx="180050" cy="10350"/>
            </a:xfrm>
            <a:custGeom>
              <a:rect b="b" l="l" r="r" t="t"/>
              <a:pathLst>
                <a:path extrusionOk="0" h="414" w="7202">
                  <a:moveTo>
                    <a:pt x="0" y="1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6107400" y="4222500"/>
              <a:ext cx="180050" cy="10325"/>
            </a:xfrm>
            <a:custGeom>
              <a:rect b="b" l="l" r="r" t="t"/>
              <a:pathLst>
                <a:path extrusionOk="0" h="413" w="7202">
                  <a:moveTo>
                    <a:pt x="0" y="0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6635325" y="3894700"/>
              <a:ext cx="539050" cy="178725"/>
            </a:xfrm>
            <a:custGeom>
              <a:rect b="b" l="l" r="r" t="t"/>
              <a:pathLst>
                <a:path extrusionOk="0" h="7149" w="21562">
                  <a:moveTo>
                    <a:pt x="899" y="0"/>
                  </a:moveTo>
                  <a:cubicBezTo>
                    <a:pt x="402" y="0"/>
                    <a:pt x="0" y="402"/>
                    <a:pt x="0" y="888"/>
                  </a:cubicBezTo>
                  <a:lnTo>
                    <a:pt x="0" y="6260"/>
                  </a:lnTo>
                  <a:cubicBezTo>
                    <a:pt x="0" y="6757"/>
                    <a:pt x="402" y="7148"/>
                    <a:pt x="899" y="7148"/>
                  </a:cubicBezTo>
                  <a:lnTo>
                    <a:pt x="20673" y="7148"/>
                  </a:lnTo>
                  <a:cubicBezTo>
                    <a:pt x="21170" y="7148"/>
                    <a:pt x="21561" y="6757"/>
                    <a:pt x="21561" y="6260"/>
                  </a:cubicBezTo>
                  <a:lnTo>
                    <a:pt x="21561" y="888"/>
                  </a:lnTo>
                  <a:cubicBezTo>
                    <a:pt x="21561" y="402"/>
                    <a:pt x="21170" y="0"/>
                    <a:pt x="20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795775" y="3943075"/>
              <a:ext cx="324125" cy="120575"/>
            </a:xfrm>
            <a:custGeom>
              <a:rect b="b" l="l" r="r" t="t"/>
              <a:pathLst>
                <a:path extrusionOk="0" fill="none" h="4823" w="12965">
                  <a:moveTo>
                    <a:pt x="1" y="2686"/>
                  </a:moveTo>
                  <a:cubicBezTo>
                    <a:pt x="1" y="2686"/>
                    <a:pt x="1090" y="0"/>
                    <a:pt x="4220" y="645"/>
                  </a:cubicBezTo>
                  <a:cubicBezTo>
                    <a:pt x="7350" y="1290"/>
                    <a:pt x="8936" y="4822"/>
                    <a:pt x="12965" y="1935"/>
                  </a:cubicBezTo>
                </a:path>
              </a:pathLst>
            </a:custGeom>
            <a:noFill/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7037925" y="4013925"/>
              <a:ext cx="11125" cy="11125"/>
            </a:xfrm>
            <a:custGeom>
              <a:rect b="b" l="l" r="r" t="t"/>
              <a:pathLst>
                <a:path extrusionOk="0" h="445" w="445">
                  <a:moveTo>
                    <a:pt x="1" y="0"/>
                  </a:moveTo>
                  <a:lnTo>
                    <a:pt x="1" y="444"/>
                  </a:lnTo>
                  <a:lnTo>
                    <a:pt x="445" y="444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fill="none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fill="none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869000" y="3950475"/>
              <a:ext cx="11125" cy="11400"/>
            </a:xfrm>
            <a:custGeom>
              <a:rect b="b" l="l" r="r" t="t"/>
              <a:pathLst>
                <a:path extrusionOk="0" h="456" w="445">
                  <a:moveTo>
                    <a:pt x="1" y="0"/>
                  </a:moveTo>
                  <a:lnTo>
                    <a:pt x="1" y="455"/>
                  </a:lnTo>
                  <a:lnTo>
                    <a:pt x="445" y="455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606775" y="3926950"/>
              <a:ext cx="139325" cy="192475"/>
            </a:xfrm>
            <a:custGeom>
              <a:rect b="b" l="l" r="r" t="t"/>
              <a:pathLst>
                <a:path extrusionOk="0" h="7699" w="5573">
                  <a:moveTo>
                    <a:pt x="645" y="0"/>
                  </a:moveTo>
                  <a:cubicBezTo>
                    <a:pt x="296" y="0"/>
                    <a:pt x="0" y="286"/>
                    <a:pt x="0" y="645"/>
                  </a:cubicBezTo>
                  <a:lnTo>
                    <a:pt x="0" y="7053"/>
                  </a:lnTo>
                  <a:cubicBezTo>
                    <a:pt x="0" y="7413"/>
                    <a:pt x="296" y="7698"/>
                    <a:pt x="645" y="7698"/>
                  </a:cubicBezTo>
                  <a:lnTo>
                    <a:pt x="4917" y="7698"/>
                  </a:lnTo>
                  <a:cubicBezTo>
                    <a:pt x="5277" y="7698"/>
                    <a:pt x="5573" y="7413"/>
                    <a:pt x="5573" y="7053"/>
                  </a:cubicBezTo>
                  <a:lnTo>
                    <a:pt x="5573" y="645"/>
                  </a:lnTo>
                  <a:cubicBezTo>
                    <a:pt x="5573" y="286"/>
                    <a:pt x="5277" y="0"/>
                    <a:pt x="4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628700" y="3954175"/>
              <a:ext cx="79075" cy="11125"/>
            </a:xfrm>
            <a:custGeom>
              <a:rect b="b" l="l" r="r" t="t"/>
              <a:pathLst>
                <a:path extrusionOk="0" h="445" w="3163">
                  <a:moveTo>
                    <a:pt x="1" y="0"/>
                  </a:moveTo>
                  <a:lnTo>
                    <a:pt x="1" y="445"/>
                  </a:lnTo>
                  <a:lnTo>
                    <a:pt x="3162" y="445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628700" y="3978750"/>
              <a:ext cx="79075" cy="10875"/>
            </a:xfrm>
            <a:custGeom>
              <a:rect b="b" l="l" r="r" t="t"/>
              <a:pathLst>
                <a:path extrusionOk="0" h="435" w="3163">
                  <a:moveTo>
                    <a:pt x="1" y="1"/>
                  </a:moveTo>
                  <a:lnTo>
                    <a:pt x="1" y="434"/>
                  </a:lnTo>
                  <a:lnTo>
                    <a:pt x="3162" y="434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6628700" y="4003075"/>
              <a:ext cx="29650" cy="10875"/>
            </a:xfrm>
            <a:custGeom>
              <a:rect b="b" l="l" r="r" t="t"/>
              <a:pathLst>
                <a:path extrusionOk="0" h="435" w="1186">
                  <a:moveTo>
                    <a:pt x="1" y="1"/>
                  </a:moveTo>
                  <a:lnTo>
                    <a:pt x="1" y="434"/>
                  </a:lnTo>
                  <a:lnTo>
                    <a:pt x="1185" y="434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>
              <a:off x="6628700" y="4052525"/>
              <a:ext cx="34650" cy="10850"/>
            </a:xfrm>
            <a:custGeom>
              <a:rect b="b" l="l" r="r" t="t"/>
              <a:pathLst>
                <a:path extrusionOk="0" h="434" w="1386">
                  <a:moveTo>
                    <a:pt x="1" y="0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6628700" y="4076825"/>
              <a:ext cx="34650" cy="10875"/>
            </a:xfrm>
            <a:custGeom>
              <a:rect b="b" l="l" r="r" t="t"/>
              <a:pathLst>
                <a:path extrusionOk="0" h="435" w="1386">
                  <a:moveTo>
                    <a:pt x="1" y="1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6361700" y="4177550"/>
              <a:ext cx="600375" cy="61625"/>
            </a:xfrm>
            <a:custGeom>
              <a:rect b="b" l="l" r="r" t="t"/>
              <a:pathLst>
                <a:path extrusionOk="0" fill="none" h="2465" w="24015">
                  <a:moveTo>
                    <a:pt x="24015" y="329"/>
                  </a:moveTo>
                  <a:lnTo>
                    <a:pt x="23243" y="931"/>
                  </a:lnTo>
                  <a:lnTo>
                    <a:pt x="22133" y="1132"/>
                  </a:lnTo>
                  <a:cubicBezTo>
                    <a:pt x="22133" y="1132"/>
                    <a:pt x="21086" y="1069"/>
                    <a:pt x="20991" y="1069"/>
                  </a:cubicBezTo>
                  <a:cubicBezTo>
                    <a:pt x="20885" y="1069"/>
                    <a:pt x="20187" y="498"/>
                    <a:pt x="20187" y="498"/>
                  </a:cubicBezTo>
                  <a:lnTo>
                    <a:pt x="18876" y="32"/>
                  </a:lnTo>
                  <a:lnTo>
                    <a:pt x="17966" y="371"/>
                  </a:lnTo>
                  <a:lnTo>
                    <a:pt x="16898" y="128"/>
                  </a:lnTo>
                  <a:lnTo>
                    <a:pt x="15291" y="32"/>
                  </a:lnTo>
                  <a:lnTo>
                    <a:pt x="13747" y="635"/>
                  </a:lnTo>
                  <a:lnTo>
                    <a:pt x="12468" y="836"/>
                  </a:lnTo>
                  <a:lnTo>
                    <a:pt x="11326" y="1206"/>
                  </a:lnTo>
                  <a:lnTo>
                    <a:pt x="10057" y="1301"/>
                  </a:lnTo>
                  <a:lnTo>
                    <a:pt x="8682" y="233"/>
                  </a:lnTo>
                  <a:lnTo>
                    <a:pt x="7403" y="1"/>
                  </a:lnTo>
                  <a:lnTo>
                    <a:pt x="6091" y="730"/>
                  </a:lnTo>
                  <a:lnTo>
                    <a:pt x="5055" y="1069"/>
                  </a:lnTo>
                  <a:lnTo>
                    <a:pt x="3871" y="1037"/>
                  </a:lnTo>
                  <a:lnTo>
                    <a:pt x="2390" y="1946"/>
                  </a:lnTo>
                  <a:lnTo>
                    <a:pt x="1502" y="1946"/>
                  </a:lnTo>
                  <a:lnTo>
                    <a:pt x="1" y="2465"/>
                  </a:lnTo>
                </a:path>
              </a:pathLst>
            </a:custGeom>
            <a:noFill/>
            <a:ln cap="flat" cmpd="sng" w="3425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6362225" y="4239675"/>
              <a:ext cx="600650" cy="25"/>
            </a:xfrm>
            <a:custGeom>
              <a:rect b="b" l="l" r="r" t="t"/>
              <a:pathLst>
                <a:path extrusionOk="0" fill="none" h="1" w="24026">
                  <a:moveTo>
                    <a:pt x="1" y="1"/>
                  </a:moveTo>
                  <a:lnTo>
                    <a:pt x="24026" y="1"/>
                  </a:lnTo>
                </a:path>
              </a:pathLst>
            </a:custGeom>
            <a:noFill/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6356425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0" y="1"/>
                  </a:moveTo>
                  <a:lnTo>
                    <a:pt x="0" y="603"/>
                  </a:lnTo>
                  <a:lnTo>
                    <a:pt x="243" y="603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959150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1" y="1"/>
                  </a:moveTo>
                  <a:lnTo>
                    <a:pt x="1" y="603"/>
                  </a:lnTo>
                  <a:lnTo>
                    <a:pt x="244" y="60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>
              <a:off x="6962325" y="4189175"/>
              <a:ext cx="25" cy="50525"/>
            </a:xfrm>
            <a:custGeom>
              <a:rect b="b" l="l" r="r" t="t"/>
              <a:pathLst>
                <a:path extrusionOk="0" fill="none" h="2021" w="1">
                  <a:moveTo>
                    <a:pt x="1" y="2021"/>
                  </a:moveTo>
                  <a:lnTo>
                    <a:pt x="1" y="1"/>
                  </a:lnTo>
                </a:path>
              </a:pathLst>
            </a:custGeom>
            <a:solidFill>
              <a:schemeClr val="lt2"/>
            </a:solidFill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6955975" y="4181775"/>
              <a:ext cx="9550" cy="9550"/>
            </a:xfrm>
            <a:custGeom>
              <a:rect b="b" l="l" r="r" t="t"/>
              <a:pathLst>
                <a:path extrusionOk="0" h="382" w="382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2"/>
                    <a:pt x="191" y="382"/>
                  </a:cubicBezTo>
                  <a:cubicBezTo>
                    <a:pt x="297" y="382"/>
                    <a:pt x="381" y="297"/>
                    <a:pt x="381" y="191"/>
                  </a:cubicBezTo>
                  <a:cubicBezTo>
                    <a:pt x="381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6501025" y="4261625"/>
              <a:ext cx="373300" cy="6625"/>
            </a:xfrm>
            <a:custGeom>
              <a:rect b="b" l="l" r="r" t="t"/>
              <a:pathLst>
                <a:path extrusionOk="0" h="265" w="14932">
                  <a:moveTo>
                    <a:pt x="0" y="0"/>
                  </a:moveTo>
                  <a:lnTo>
                    <a:pt x="0" y="265"/>
                  </a:lnTo>
                  <a:lnTo>
                    <a:pt x="14931" y="265"/>
                  </a:lnTo>
                  <a:lnTo>
                    <a:pt x="149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>
              <a:off x="6501025" y="4261625"/>
              <a:ext cx="229225" cy="6625"/>
            </a:xfrm>
            <a:custGeom>
              <a:rect b="b" l="l" r="r" t="t"/>
              <a:pathLst>
                <a:path extrusionOk="0" h="265" w="9169">
                  <a:moveTo>
                    <a:pt x="0" y="0"/>
                  </a:moveTo>
                  <a:lnTo>
                    <a:pt x="0" y="265"/>
                  </a:lnTo>
                  <a:lnTo>
                    <a:pt x="9168" y="265"/>
                  </a:lnTo>
                  <a:lnTo>
                    <a:pt x="9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>
              <a:off x="6501025" y="4274575"/>
              <a:ext cx="183475" cy="6625"/>
            </a:xfrm>
            <a:custGeom>
              <a:rect b="b" l="l" r="r" t="t"/>
              <a:pathLst>
                <a:path extrusionOk="0" h="265" w="7339">
                  <a:moveTo>
                    <a:pt x="0" y="0"/>
                  </a:moveTo>
                  <a:lnTo>
                    <a:pt x="0" y="265"/>
                  </a:lnTo>
                  <a:lnTo>
                    <a:pt x="7339" y="265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>
              <a:off x="6364350" y="4288050"/>
              <a:ext cx="45750" cy="10600"/>
            </a:xfrm>
            <a:custGeom>
              <a:rect b="b" l="l" r="r" t="t"/>
              <a:pathLst>
                <a:path extrusionOk="0" h="424" w="1830">
                  <a:moveTo>
                    <a:pt x="0" y="1"/>
                  </a:moveTo>
                  <a:lnTo>
                    <a:pt x="0" y="424"/>
                  </a:lnTo>
                  <a:lnTo>
                    <a:pt x="635" y="424"/>
                  </a:lnTo>
                  <a:lnTo>
                    <a:pt x="804" y="255"/>
                  </a:lnTo>
                  <a:lnTo>
                    <a:pt x="1713" y="255"/>
                  </a:lnTo>
                  <a:lnTo>
                    <a:pt x="1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>
              <a:off x="64288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1" y="1"/>
                  </a:moveTo>
                  <a:lnTo>
                    <a:pt x="1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64444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64600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6354825" y="39108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0"/>
                  </a:moveTo>
                  <a:lnTo>
                    <a:pt x="1" y="444"/>
                  </a:lnTo>
                  <a:lnTo>
                    <a:pt x="8883" y="444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6354825" y="3910825"/>
              <a:ext cx="100750" cy="11125"/>
            </a:xfrm>
            <a:custGeom>
              <a:rect b="b" l="l" r="r" t="t"/>
              <a:pathLst>
                <a:path extrusionOk="0" h="445" w="4030">
                  <a:moveTo>
                    <a:pt x="1" y="0"/>
                  </a:moveTo>
                  <a:lnTo>
                    <a:pt x="1" y="444"/>
                  </a:lnTo>
                  <a:lnTo>
                    <a:pt x="4030" y="44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6354825" y="39396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1"/>
                  </a:moveTo>
                  <a:lnTo>
                    <a:pt x="1" y="445"/>
                  </a:lnTo>
                  <a:lnTo>
                    <a:pt x="8883" y="445"/>
                  </a:lnTo>
                  <a:lnTo>
                    <a:pt x="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6354825" y="3939625"/>
              <a:ext cx="154675" cy="11125"/>
            </a:xfrm>
            <a:custGeom>
              <a:rect b="b" l="l" r="r" t="t"/>
              <a:pathLst>
                <a:path extrusionOk="0" h="445" w="6187">
                  <a:moveTo>
                    <a:pt x="1" y="1"/>
                  </a:moveTo>
                  <a:lnTo>
                    <a:pt x="1" y="445"/>
                  </a:lnTo>
                  <a:lnTo>
                    <a:pt x="6187" y="445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6354825" y="3968450"/>
              <a:ext cx="222100" cy="11400"/>
            </a:xfrm>
            <a:custGeom>
              <a:rect b="b" l="l" r="r" t="t"/>
              <a:pathLst>
                <a:path extrusionOk="0" h="456" w="8884">
                  <a:moveTo>
                    <a:pt x="1" y="0"/>
                  </a:moveTo>
                  <a:lnTo>
                    <a:pt x="1" y="455"/>
                  </a:lnTo>
                  <a:lnTo>
                    <a:pt x="8883" y="455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6354825" y="3968450"/>
              <a:ext cx="45225" cy="11400"/>
            </a:xfrm>
            <a:custGeom>
              <a:rect b="b" l="l" r="r" t="t"/>
              <a:pathLst>
                <a:path extrusionOk="0" h="456" w="1809">
                  <a:moveTo>
                    <a:pt x="1" y="0"/>
                  </a:moveTo>
                  <a:lnTo>
                    <a:pt x="1" y="455"/>
                  </a:lnTo>
                  <a:lnTo>
                    <a:pt x="1809" y="455"/>
                  </a:lnTo>
                  <a:lnTo>
                    <a:pt x="18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67693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679420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68190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6874025" y="3755650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6920550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6967075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6681325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6727850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6774625" y="4317125"/>
              <a:ext cx="13525" cy="13525"/>
            </a:xfrm>
            <a:custGeom>
              <a:rect b="b" l="l" r="r" t="t"/>
              <a:pathLst>
                <a:path extrusionOk="0" h="541" w="541">
                  <a:moveTo>
                    <a:pt x="1" y="1"/>
                  </a:moveTo>
                  <a:lnTo>
                    <a:pt x="1" y="540"/>
                  </a:lnTo>
                  <a:lnTo>
                    <a:pt x="540" y="540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61113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613620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61610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7006750" y="3931975"/>
              <a:ext cx="120550" cy="11650"/>
            </a:xfrm>
            <a:custGeom>
              <a:rect b="b" l="l" r="r" t="t"/>
              <a:pathLst>
                <a:path extrusionOk="0" h="466" w="4822">
                  <a:moveTo>
                    <a:pt x="0" y="0"/>
                  </a:moveTo>
                  <a:lnTo>
                    <a:pt x="0" y="465"/>
                  </a:lnTo>
                  <a:lnTo>
                    <a:pt x="4822" y="465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7006750" y="3952850"/>
              <a:ext cx="35700" cy="11650"/>
            </a:xfrm>
            <a:custGeom>
              <a:rect b="b" l="l" r="r" t="t"/>
              <a:pathLst>
                <a:path extrusionOk="0" h="466" w="1428">
                  <a:moveTo>
                    <a:pt x="0" y="1"/>
                  </a:moveTo>
                  <a:lnTo>
                    <a:pt x="0" y="466"/>
                  </a:lnTo>
                  <a:lnTo>
                    <a:pt x="1428" y="466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6359600" y="4014975"/>
              <a:ext cx="81700" cy="81450"/>
            </a:xfrm>
            <a:custGeom>
              <a:rect b="b" l="l" r="r" t="t"/>
              <a:pathLst>
                <a:path extrusionOk="0" h="3258" w="3268">
                  <a:moveTo>
                    <a:pt x="1629" y="783"/>
                  </a:moveTo>
                  <a:cubicBezTo>
                    <a:pt x="2104" y="783"/>
                    <a:pt x="2485" y="1164"/>
                    <a:pt x="2485" y="1629"/>
                  </a:cubicBezTo>
                  <a:cubicBezTo>
                    <a:pt x="2485" y="2105"/>
                    <a:pt x="2104" y="2485"/>
                    <a:pt x="1629" y="2485"/>
                  </a:cubicBezTo>
                  <a:cubicBezTo>
                    <a:pt x="1163" y="2485"/>
                    <a:pt x="783" y="2105"/>
                    <a:pt x="783" y="1629"/>
                  </a:cubicBezTo>
                  <a:cubicBezTo>
                    <a:pt x="783" y="1164"/>
                    <a:pt x="1163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0" y="730"/>
                    <a:pt x="0" y="1629"/>
                  </a:cubicBezTo>
                  <a:cubicBezTo>
                    <a:pt x="0" y="2528"/>
                    <a:pt x="730" y="3257"/>
                    <a:pt x="1629" y="3257"/>
                  </a:cubicBezTo>
                  <a:cubicBezTo>
                    <a:pt x="2538" y="3257"/>
                    <a:pt x="3268" y="2528"/>
                    <a:pt x="3268" y="1629"/>
                  </a:cubicBezTo>
                  <a:cubicBezTo>
                    <a:pt x="3268" y="730"/>
                    <a:pt x="253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>
              <a:off x="6360650" y="4014975"/>
              <a:ext cx="79600" cy="36775"/>
            </a:xfrm>
            <a:custGeom>
              <a:rect b="b" l="l" r="r" t="t"/>
              <a:pathLst>
                <a:path extrusionOk="0" h="1471" w="3184">
                  <a:moveTo>
                    <a:pt x="1587" y="1"/>
                  </a:moveTo>
                  <a:cubicBezTo>
                    <a:pt x="942" y="1"/>
                    <a:pt x="392" y="371"/>
                    <a:pt x="127" y="910"/>
                  </a:cubicBezTo>
                  <a:cubicBezTo>
                    <a:pt x="0" y="1174"/>
                    <a:pt x="191" y="1470"/>
                    <a:pt x="476" y="1470"/>
                  </a:cubicBezTo>
                  <a:cubicBezTo>
                    <a:pt x="635" y="1470"/>
                    <a:pt x="762" y="1375"/>
                    <a:pt x="836" y="1248"/>
                  </a:cubicBezTo>
                  <a:cubicBezTo>
                    <a:pt x="973" y="973"/>
                    <a:pt x="1259" y="783"/>
                    <a:pt x="1587" y="783"/>
                  </a:cubicBezTo>
                  <a:cubicBezTo>
                    <a:pt x="1925" y="783"/>
                    <a:pt x="2210" y="973"/>
                    <a:pt x="2348" y="1248"/>
                  </a:cubicBezTo>
                  <a:cubicBezTo>
                    <a:pt x="2411" y="1375"/>
                    <a:pt x="2549" y="1470"/>
                    <a:pt x="2697" y="1470"/>
                  </a:cubicBezTo>
                  <a:cubicBezTo>
                    <a:pt x="2982" y="1470"/>
                    <a:pt x="3183" y="1174"/>
                    <a:pt x="3056" y="910"/>
                  </a:cubicBezTo>
                  <a:cubicBezTo>
                    <a:pt x="2792" y="371"/>
                    <a:pt x="2232" y="1"/>
                    <a:pt x="15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6469025" y="4014975"/>
              <a:ext cx="81450" cy="81450"/>
            </a:xfrm>
            <a:custGeom>
              <a:rect b="b" l="l" r="r" t="t"/>
              <a:pathLst>
                <a:path extrusionOk="0" h="3258" w="3258">
                  <a:moveTo>
                    <a:pt x="1629" y="783"/>
                  </a:moveTo>
                  <a:cubicBezTo>
                    <a:pt x="2095" y="783"/>
                    <a:pt x="2475" y="1164"/>
                    <a:pt x="2475" y="1629"/>
                  </a:cubicBezTo>
                  <a:cubicBezTo>
                    <a:pt x="2475" y="2094"/>
                    <a:pt x="2095" y="2475"/>
                    <a:pt x="1629" y="2475"/>
                  </a:cubicBezTo>
                  <a:cubicBezTo>
                    <a:pt x="1164" y="2475"/>
                    <a:pt x="773" y="2094"/>
                    <a:pt x="773" y="1629"/>
                  </a:cubicBezTo>
                  <a:cubicBezTo>
                    <a:pt x="773" y="1164"/>
                    <a:pt x="1164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1" y="730"/>
                    <a:pt x="1" y="1629"/>
                  </a:cubicBezTo>
                  <a:cubicBezTo>
                    <a:pt x="1" y="2528"/>
                    <a:pt x="730" y="3257"/>
                    <a:pt x="1629" y="3257"/>
                  </a:cubicBezTo>
                  <a:cubicBezTo>
                    <a:pt x="2528" y="3257"/>
                    <a:pt x="3258" y="2528"/>
                    <a:pt x="3258" y="1629"/>
                  </a:cubicBezTo>
                  <a:cubicBezTo>
                    <a:pt x="3258" y="730"/>
                    <a:pt x="252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6469025" y="4018200"/>
              <a:ext cx="36775" cy="75225"/>
            </a:xfrm>
            <a:custGeom>
              <a:rect b="b" l="l" r="r" t="t"/>
              <a:pathLst>
                <a:path extrusionOk="0" h="3009" w="1471">
                  <a:moveTo>
                    <a:pt x="1079" y="1"/>
                  </a:moveTo>
                  <a:cubicBezTo>
                    <a:pt x="1023" y="1"/>
                    <a:pt x="965" y="13"/>
                    <a:pt x="910" y="41"/>
                  </a:cubicBezTo>
                  <a:cubicBezTo>
                    <a:pt x="371" y="305"/>
                    <a:pt x="1" y="855"/>
                    <a:pt x="1" y="1500"/>
                  </a:cubicBezTo>
                  <a:cubicBezTo>
                    <a:pt x="1" y="2145"/>
                    <a:pt x="371" y="2705"/>
                    <a:pt x="910" y="2970"/>
                  </a:cubicBezTo>
                  <a:cubicBezTo>
                    <a:pt x="964" y="2996"/>
                    <a:pt x="1019" y="3009"/>
                    <a:pt x="1074" y="3009"/>
                  </a:cubicBezTo>
                  <a:cubicBezTo>
                    <a:pt x="1279" y="3009"/>
                    <a:pt x="1471" y="2836"/>
                    <a:pt x="1471" y="2610"/>
                  </a:cubicBezTo>
                  <a:cubicBezTo>
                    <a:pt x="1471" y="2462"/>
                    <a:pt x="1376" y="2325"/>
                    <a:pt x="1238" y="2261"/>
                  </a:cubicBezTo>
                  <a:cubicBezTo>
                    <a:pt x="963" y="2124"/>
                    <a:pt x="783" y="1828"/>
                    <a:pt x="783" y="1500"/>
                  </a:cubicBezTo>
                  <a:cubicBezTo>
                    <a:pt x="783" y="1172"/>
                    <a:pt x="963" y="887"/>
                    <a:pt x="1238" y="749"/>
                  </a:cubicBezTo>
                  <a:cubicBezTo>
                    <a:pt x="1376" y="675"/>
                    <a:pt x="1471" y="538"/>
                    <a:pt x="1471" y="390"/>
                  </a:cubicBezTo>
                  <a:cubicBezTo>
                    <a:pt x="1471" y="166"/>
                    <a:pt x="1282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6220000" y="3929050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1"/>
                  </a:moveTo>
                  <a:lnTo>
                    <a:pt x="1" y="255"/>
                  </a:lnTo>
                  <a:lnTo>
                    <a:pt x="868" y="25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6220000" y="3943325"/>
              <a:ext cx="21700" cy="6650"/>
            </a:xfrm>
            <a:custGeom>
              <a:rect b="b" l="l" r="r" t="t"/>
              <a:pathLst>
                <a:path extrusionOk="0" h="266" w="868">
                  <a:moveTo>
                    <a:pt x="1" y="1"/>
                  </a:moveTo>
                  <a:lnTo>
                    <a:pt x="1" y="265"/>
                  </a:lnTo>
                  <a:lnTo>
                    <a:pt x="868" y="2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6220000" y="395787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6220000" y="403242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6220000" y="3978750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1"/>
                  </a:moveTo>
                  <a:lnTo>
                    <a:pt x="1" y="255"/>
                  </a:lnTo>
                  <a:lnTo>
                    <a:pt x="1259" y="25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6220000" y="3993025"/>
              <a:ext cx="31500" cy="6650"/>
            </a:xfrm>
            <a:custGeom>
              <a:rect b="b" l="l" r="r" t="t"/>
              <a:pathLst>
                <a:path extrusionOk="0" h="266" w="1260">
                  <a:moveTo>
                    <a:pt x="1" y="1"/>
                  </a:moveTo>
                  <a:lnTo>
                    <a:pt x="1" y="265"/>
                  </a:lnTo>
                  <a:lnTo>
                    <a:pt x="1259" y="26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6220000" y="4007575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0"/>
                  </a:moveTo>
                  <a:lnTo>
                    <a:pt x="1" y="254"/>
                  </a:lnTo>
                  <a:lnTo>
                    <a:pt x="1259" y="254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6588250" y="4317675"/>
              <a:ext cx="380175" cy="29625"/>
            </a:xfrm>
            <a:custGeom>
              <a:rect b="b" l="l" r="r" t="t"/>
              <a:pathLst>
                <a:path extrusionOk="0" fill="none" h="1185" w="15207">
                  <a:moveTo>
                    <a:pt x="1" y="444"/>
                  </a:moveTo>
                  <a:lnTo>
                    <a:pt x="1344" y="444"/>
                  </a:lnTo>
                  <a:lnTo>
                    <a:pt x="2084" y="1184"/>
                  </a:lnTo>
                  <a:lnTo>
                    <a:pt x="9835" y="1184"/>
                  </a:lnTo>
                  <a:lnTo>
                    <a:pt x="11030" y="0"/>
                  </a:lnTo>
                  <a:lnTo>
                    <a:pt x="15207" y="0"/>
                  </a:lnTo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6568700" y="4319525"/>
              <a:ext cx="19575" cy="19575"/>
            </a:xfrm>
            <a:custGeom>
              <a:rect b="b" l="l" r="r" t="t"/>
              <a:pathLst>
                <a:path extrusionOk="0" fill="none" h="783" w="783">
                  <a:moveTo>
                    <a:pt x="783" y="391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1"/>
                  </a:cubicBezTo>
                  <a:cubicBezTo>
                    <a:pt x="0" y="169"/>
                    <a:pt x="170" y="0"/>
                    <a:pt x="392" y="0"/>
                  </a:cubicBezTo>
                  <a:cubicBezTo>
                    <a:pt x="603" y="0"/>
                    <a:pt x="783" y="169"/>
                    <a:pt x="783" y="391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6968675" y="4307350"/>
              <a:ext cx="19575" cy="19600"/>
            </a:xfrm>
            <a:custGeom>
              <a:rect b="b" l="l" r="r" t="t"/>
              <a:pathLst>
                <a:path extrusionOk="0" fill="none" h="784" w="783">
                  <a:moveTo>
                    <a:pt x="783" y="392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2"/>
                  </a:cubicBezTo>
                  <a:cubicBezTo>
                    <a:pt x="0" y="170"/>
                    <a:pt x="170" y="1"/>
                    <a:pt x="392" y="1"/>
                  </a:cubicBezTo>
                  <a:cubicBezTo>
                    <a:pt x="603" y="1"/>
                    <a:pt x="783" y="170"/>
                    <a:pt x="783" y="392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6628700" y="4028200"/>
              <a:ext cx="51575" cy="10850"/>
            </a:xfrm>
            <a:custGeom>
              <a:rect b="b" l="l" r="r" t="t"/>
              <a:pathLst>
                <a:path extrusionOk="0" h="434" w="2063">
                  <a:moveTo>
                    <a:pt x="1" y="0"/>
                  </a:moveTo>
                  <a:lnTo>
                    <a:pt x="1" y="434"/>
                  </a:lnTo>
                  <a:lnTo>
                    <a:pt x="2063" y="434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1"/>
          <p:cNvSpPr txBox="1"/>
          <p:nvPr>
            <p:ph idx="1" type="body"/>
          </p:nvPr>
        </p:nvSpPr>
        <p:spPr>
          <a:xfrm>
            <a:off x="720000" y="1401575"/>
            <a:ext cx="54906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is a snapshot/instance of directory.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 software system that provides a way to manage files and directories.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Manages and keeps record of changes made to files.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Allows to view and revert any changes and go back to previous state.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Examples: Git, BitKeeper, Mercurial, Apache Subversion,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1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</a:t>
            </a:r>
            <a:endParaRPr/>
          </a:p>
        </p:txBody>
      </p:sp>
      <p:grpSp>
        <p:nvGrpSpPr>
          <p:cNvPr id="483" name="Google Shape;483;p31"/>
          <p:cNvGrpSpPr/>
          <p:nvPr/>
        </p:nvGrpSpPr>
        <p:grpSpPr>
          <a:xfrm>
            <a:off x="6681462" y="1863912"/>
            <a:ext cx="1799783" cy="1521057"/>
            <a:chOff x="5998200" y="3546525"/>
            <a:chExt cx="1176175" cy="994025"/>
          </a:xfrm>
        </p:grpSpPr>
        <p:sp>
          <p:nvSpPr>
            <p:cNvPr id="484" name="Google Shape;484;p31"/>
            <p:cNvSpPr/>
            <p:nvPr/>
          </p:nvSpPr>
          <p:spPr>
            <a:xfrm>
              <a:off x="6293775" y="4465975"/>
              <a:ext cx="474525" cy="74575"/>
            </a:xfrm>
            <a:custGeom>
              <a:rect b="b" l="l" r="r" t="t"/>
              <a:pathLst>
                <a:path extrusionOk="0" h="2983" w="18981">
                  <a:moveTo>
                    <a:pt x="7804" y="0"/>
                  </a:moveTo>
                  <a:lnTo>
                    <a:pt x="6937" y="1597"/>
                  </a:lnTo>
                  <a:lnTo>
                    <a:pt x="698" y="1597"/>
                  </a:lnTo>
                  <a:cubicBezTo>
                    <a:pt x="317" y="1597"/>
                    <a:pt x="0" y="1904"/>
                    <a:pt x="0" y="2284"/>
                  </a:cubicBezTo>
                  <a:cubicBezTo>
                    <a:pt x="0" y="2676"/>
                    <a:pt x="307" y="2982"/>
                    <a:pt x="698" y="2982"/>
                  </a:cubicBezTo>
                  <a:lnTo>
                    <a:pt x="18283" y="2982"/>
                  </a:lnTo>
                  <a:cubicBezTo>
                    <a:pt x="18664" y="2982"/>
                    <a:pt x="18981" y="2676"/>
                    <a:pt x="18981" y="2284"/>
                  </a:cubicBezTo>
                  <a:cubicBezTo>
                    <a:pt x="18981" y="1904"/>
                    <a:pt x="18664" y="1597"/>
                    <a:pt x="18283" y="1597"/>
                  </a:cubicBezTo>
                  <a:lnTo>
                    <a:pt x="12044" y="1597"/>
                  </a:lnTo>
                  <a:lnTo>
                    <a:pt x="11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6494950" y="44300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6494950" y="43951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6442600" y="3546525"/>
              <a:ext cx="354275" cy="354275"/>
            </a:xfrm>
            <a:custGeom>
              <a:rect b="b" l="l" r="r" t="t"/>
              <a:pathLst>
                <a:path extrusionOk="0" h="14171" w="14171">
                  <a:moveTo>
                    <a:pt x="7085" y="4231"/>
                  </a:moveTo>
                  <a:cubicBezTo>
                    <a:pt x="8661" y="4231"/>
                    <a:pt x="9940" y="5510"/>
                    <a:pt x="9940" y="7086"/>
                  </a:cubicBezTo>
                  <a:cubicBezTo>
                    <a:pt x="9940" y="8661"/>
                    <a:pt x="8661" y="9941"/>
                    <a:pt x="7085" y="9941"/>
                  </a:cubicBezTo>
                  <a:cubicBezTo>
                    <a:pt x="5510" y="9941"/>
                    <a:pt x="4241" y="8661"/>
                    <a:pt x="4241" y="7086"/>
                  </a:cubicBezTo>
                  <a:cubicBezTo>
                    <a:pt x="4241" y="5510"/>
                    <a:pt x="5510" y="4231"/>
                    <a:pt x="7085" y="4231"/>
                  </a:cubicBezTo>
                  <a:close/>
                  <a:moveTo>
                    <a:pt x="6292" y="1"/>
                  </a:moveTo>
                  <a:cubicBezTo>
                    <a:pt x="5975" y="1"/>
                    <a:pt x="5732" y="255"/>
                    <a:pt x="5732" y="561"/>
                  </a:cubicBezTo>
                  <a:lnTo>
                    <a:pt x="5732" y="1280"/>
                  </a:lnTo>
                  <a:cubicBezTo>
                    <a:pt x="5087" y="1428"/>
                    <a:pt x="4484" y="1682"/>
                    <a:pt x="3945" y="2021"/>
                  </a:cubicBezTo>
                  <a:lnTo>
                    <a:pt x="3437" y="1513"/>
                  </a:lnTo>
                  <a:cubicBezTo>
                    <a:pt x="3326" y="1402"/>
                    <a:pt x="3183" y="1346"/>
                    <a:pt x="3041" y="1346"/>
                  </a:cubicBezTo>
                  <a:cubicBezTo>
                    <a:pt x="2898" y="1346"/>
                    <a:pt x="2755" y="1402"/>
                    <a:pt x="2644" y="1513"/>
                  </a:cubicBezTo>
                  <a:lnTo>
                    <a:pt x="1513" y="2644"/>
                  </a:lnTo>
                  <a:cubicBezTo>
                    <a:pt x="1290" y="2867"/>
                    <a:pt x="1290" y="3215"/>
                    <a:pt x="1513" y="3438"/>
                  </a:cubicBezTo>
                  <a:lnTo>
                    <a:pt x="2020" y="3945"/>
                  </a:lnTo>
                  <a:cubicBezTo>
                    <a:pt x="1682" y="4484"/>
                    <a:pt x="1439" y="5087"/>
                    <a:pt x="1280" y="5722"/>
                  </a:cubicBezTo>
                  <a:lnTo>
                    <a:pt x="561" y="5722"/>
                  </a:lnTo>
                  <a:cubicBezTo>
                    <a:pt x="254" y="5722"/>
                    <a:pt x="0" y="5975"/>
                    <a:pt x="0" y="6293"/>
                  </a:cubicBezTo>
                  <a:lnTo>
                    <a:pt x="0" y="7889"/>
                  </a:lnTo>
                  <a:cubicBezTo>
                    <a:pt x="0" y="8196"/>
                    <a:pt x="254" y="8450"/>
                    <a:pt x="561" y="8450"/>
                  </a:cubicBezTo>
                  <a:lnTo>
                    <a:pt x="1280" y="8450"/>
                  </a:lnTo>
                  <a:cubicBezTo>
                    <a:pt x="1439" y="9084"/>
                    <a:pt x="1682" y="9687"/>
                    <a:pt x="2020" y="10226"/>
                  </a:cubicBezTo>
                  <a:lnTo>
                    <a:pt x="1513" y="10734"/>
                  </a:lnTo>
                  <a:cubicBezTo>
                    <a:pt x="1290" y="10956"/>
                    <a:pt x="1290" y="11315"/>
                    <a:pt x="1513" y="11527"/>
                  </a:cubicBezTo>
                  <a:lnTo>
                    <a:pt x="2644" y="12658"/>
                  </a:lnTo>
                  <a:cubicBezTo>
                    <a:pt x="2755" y="12769"/>
                    <a:pt x="2898" y="12825"/>
                    <a:pt x="3041" y="12825"/>
                  </a:cubicBezTo>
                  <a:cubicBezTo>
                    <a:pt x="3183" y="12825"/>
                    <a:pt x="3326" y="12769"/>
                    <a:pt x="3437" y="12658"/>
                  </a:cubicBezTo>
                  <a:lnTo>
                    <a:pt x="3945" y="12151"/>
                  </a:lnTo>
                  <a:cubicBezTo>
                    <a:pt x="4484" y="12489"/>
                    <a:pt x="5087" y="12743"/>
                    <a:pt x="5732" y="12891"/>
                  </a:cubicBezTo>
                  <a:lnTo>
                    <a:pt x="5732" y="13610"/>
                  </a:lnTo>
                  <a:cubicBezTo>
                    <a:pt x="5732" y="13917"/>
                    <a:pt x="5975" y="14170"/>
                    <a:pt x="6292" y="14170"/>
                  </a:cubicBezTo>
                  <a:lnTo>
                    <a:pt x="7889" y="14170"/>
                  </a:lnTo>
                  <a:cubicBezTo>
                    <a:pt x="8196" y="14170"/>
                    <a:pt x="8449" y="13917"/>
                    <a:pt x="8449" y="13610"/>
                  </a:cubicBezTo>
                  <a:lnTo>
                    <a:pt x="8449" y="12891"/>
                  </a:lnTo>
                  <a:cubicBezTo>
                    <a:pt x="9084" y="12743"/>
                    <a:pt x="9687" y="12489"/>
                    <a:pt x="10226" y="12151"/>
                  </a:cubicBezTo>
                  <a:lnTo>
                    <a:pt x="10733" y="12658"/>
                  </a:lnTo>
                  <a:cubicBezTo>
                    <a:pt x="10844" y="12769"/>
                    <a:pt x="10990" y="12825"/>
                    <a:pt x="11135" y="12825"/>
                  </a:cubicBezTo>
                  <a:cubicBezTo>
                    <a:pt x="11281" y="12825"/>
                    <a:pt x="11426" y="12769"/>
                    <a:pt x="11537" y="12658"/>
                  </a:cubicBezTo>
                  <a:lnTo>
                    <a:pt x="12658" y="11527"/>
                  </a:lnTo>
                  <a:cubicBezTo>
                    <a:pt x="12880" y="11315"/>
                    <a:pt x="12880" y="10956"/>
                    <a:pt x="12658" y="10734"/>
                  </a:cubicBezTo>
                  <a:lnTo>
                    <a:pt x="12150" y="10226"/>
                  </a:lnTo>
                  <a:cubicBezTo>
                    <a:pt x="12489" y="9687"/>
                    <a:pt x="12742" y="9084"/>
                    <a:pt x="12891" y="8450"/>
                  </a:cubicBezTo>
                  <a:lnTo>
                    <a:pt x="13610" y="8450"/>
                  </a:lnTo>
                  <a:cubicBezTo>
                    <a:pt x="13916" y="8450"/>
                    <a:pt x="14170" y="8196"/>
                    <a:pt x="14170" y="7889"/>
                  </a:cubicBezTo>
                  <a:lnTo>
                    <a:pt x="14170" y="6293"/>
                  </a:lnTo>
                  <a:cubicBezTo>
                    <a:pt x="14170" y="5975"/>
                    <a:pt x="13916" y="5722"/>
                    <a:pt x="13610" y="5722"/>
                  </a:cubicBezTo>
                  <a:lnTo>
                    <a:pt x="12891" y="5722"/>
                  </a:lnTo>
                  <a:cubicBezTo>
                    <a:pt x="12742" y="5087"/>
                    <a:pt x="12489" y="4484"/>
                    <a:pt x="12150" y="3945"/>
                  </a:cubicBezTo>
                  <a:lnTo>
                    <a:pt x="12658" y="3438"/>
                  </a:lnTo>
                  <a:cubicBezTo>
                    <a:pt x="12880" y="3215"/>
                    <a:pt x="12880" y="2867"/>
                    <a:pt x="12658" y="2644"/>
                  </a:cubicBezTo>
                  <a:lnTo>
                    <a:pt x="11537" y="1513"/>
                  </a:lnTo>
                  <a:cubicBezTo>
                    <a:pt x="11426" y="1402"/>
                    <a:pt x="11281" y="1346"/>
                    <a:pt x="11135" y="1346"/>
                  </a:cubicBezTo>
                  <a:cubicBezTo>
                    <a:pt x="10990" y="1346"/>
                    <a:pt x="10844" y="1402"/>
                    <a:pt x="10733" y="1513"/>
                  </a:cubicBezTo>
                  <a:lnTo>
                    <a:pt x="10226" y="2021"/>
                  </a:lnTo>
                  <a:cubicBezTo>
                    <a:pt x="9687" y="1682"/>
                    <a:pt x="9084" y="1428"/>
                    <a:pt x="8449" y="1280"/>
                  </a:cubicBezTo>
                  <a:lnTo>
                    <a:pt x="8449" y="561"/>
                  </a:lnTo>
                  <a:cubicBezTo>
                    <a:pt x="8449" y="255"/>
                    <a:pt x="8196" y="1"/>
                    <a:pt x="7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5998200" y="3716775"/>
              <a:ext cx="1065675" cy="668850"/>
            </a:xfrm>
            <a:custGeom>
              <a:rect b="b" l="l" r="r" t="t"/>
              <a:pathLst>
                <a:path extrusionOk="0" h="26754" w="42627">
                  <a:moveTo>
                    <a:pt x="1513" y="1"/>
                  </a:moveTo>
                  <a:cubicBezTo>
                    <a:pt x="678" y="1"/>
                    <a:pt x="1" y="688"/>
                    <a:pt x="1" y="1523"/>
                  </a:cubicBezTo>
                  <a:lnTo>
                    <a:pt x="1" y="25242"/>
                  </a:lnTo>
                  <a:cubicBezTo>
                    <a:pt x="1" y="26077"/>
                    <a:pt x="678" y="26754"/>
                    <a:pt x="1513" y="26754"/>
                  </a:cubicBezTo>
                  <a:lnTo>
                    <a:pt x="41114" y="26754"/>
                  </a:lnTo>
                  <a:cubicBezTo>
                    <a:pt x="41949" y="26754"/>
                    <a:pt x="42626" y="26077"/>
                    <a:pt x="42626" y="25242"/>
                  </a:cubicBezTo>
                  <a:lnTo>
                    <a:pt x="42626" y="1523"/>
                  </a:lnTo>
                  <a:cubicBezTo>
                    <a:pt x="42626" y="688"/>
                    <a:pt x="41949" y="1"/>
                    <a:pt x="41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607592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6208125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654357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6878800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6332900" y="3799525"/>
              <a:ext cx="196700" cy="24350"/>
            </a:xfrm>
            <a:custGeom>
              <a:rect b="b" l="l" r="r" t="t"/>
              <a:pathLst>
                <a:path extrusionOk="0" h="974" w="7868">
                  <a:moveTo>
                    <a:pt x="0" y="0"/>
                  </a:moveTo>
                  <a:lnTo>
                    <a:pt x="0" y="973"/>
                  </a:lnTo>
                  <a:lnTo>
                    <a:pt x="7867" y="973"/>
                  </a:lnTo>
                  <a:lnTo>
                    <a:pt x="78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6666500" y="3799525"/>
              <a:ext cx="196450" cy="24350"/>
            </a:xfrm>
            <a:custGeom>
              <a:rect b="b" l="l" r="r" t="t"/>
              <a:pathLst>
                <a:path extrusionOk="0" h="974" w="7858">
                  <a:moveTo>
                    <a:pt x="1" y="0"/>
                  </a:moveTo>
                  <a:lnTo>
                    <a:pt x="1" y="973"/>
                  </a:lnTo>
                  <a:lnTo>
                    <a:pt x="7858" y="973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6076450" y="3780500"/>
              <a:ext cx="19325" cy="11650"/>
            </a:xfrm>
            <a:custGeom>
              <a:rect b="b" l="l" r="r" t="t"/>
              <a:pathLst>
                <a:path extrusionOk="0" h="466" w="773">
                  <a:moveTo>
                    <a:pt x="1" y="0"/>
                  </a:moveTo>
                  <a:lnTo>
                    <a:pt x="1" y="465"/>
                  </a:lnTo>
                  <a:lnTo>
                    <a:pt x="773" y="465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6076450" y="3843675"/>
              <a:ext cx="200950" cy="11925"/>
            </a:xfrm>
            <a:custGeom>
              <a:rect b="b" l="l" r="r" t="t"/>
              <a:pathLst>
                <a:path extrusionOk="0" h="477" w="8038">
                  <a:moveTo>
                    <a:pt x="1" y="0"/>
                  </a:moveTo>
                  <a:lnTo>
                    <a:pt x="1" y="476"/>
                  </a:lnTo>
                  <a:lnTo>
                    <a:pt x="8037" y="476"/>
                  </a:lnTo>
                  <a:lnTo>
                    <a:pt x="80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6076450" y="3864550"/>
              <a:ext cx="59775" cy="11675"/>
            </a:xfrm>
            <a:custGeom>
              <a:rect b="b" l="l" r="r" t="t"/>
              <a:pathLst>
                <a:path extrusionOk="0" h="467" w="2391">
                  <a:moveTo>
                    <a:pt x="1" y="1"/>
                  </a:moveTo>
                  <a:lnTo>
                    <a:pt x="1" y="466"/>
                  </a:lnTo>
                  <a:lnTo>
                    <a:pt x="2391" y="466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6077775" y="3913200"/>
              <a:ext cx="236625" cy="387575"/>
            </a:xfrm>
            <a:custGeom>
              <a:rect b="b" l="l" r="r" t="t"/>
              <a:pathLst>
                <a:path extrusionOk="0" h="15503" w="9465">
                  <a:moveTo>
                    <a:pt x="1005" y="0"/>
                  </a:moveTo>
                  <a:cubicBezTo>
                    <a:pt x="445" y="0"/>
                    <a:pt x="1" y="455"/>
                    <a:pt x="1" y="1016"/>
                  </a:cubicBezTo>
                  <a:lnTo>
                    <a:pt x="1" y="14498"/>
                  </a:lnTo>
                  <a:cubicBezTo>
                    <a:pt x="1" y="15058"/>
                    <a:pt x="445" y="15502"/>
                    <a:pt x="1005" y="15502"/>
                  </a:cubicBezTo>
                  <a:lnTo>
                    <a:pt x="8460" y="15502"/>
                  </a:lnTo>
                  <a:cubicBezTo>
                    <a:pt x="9010" y="15502"/>
                    <a:pt x="9465" y="15058"/>
                    <a:pt x="9465" y="14498"/>
                  </a:cubicBezTo>
                  <a:lnTo>
                    <a:pt x="9465" y="1016"/>
                  </a:lnTo>
                  <a:cubicBezTo>
                    <a:pt x="9465" y="455"/>
                    <a:pt x="9010" y="0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6107400" y="3970025"/>
              <a:ext cx="79325" cy="12200"/>
            </a:xfrm>
            <a:custGeom>
              <a:rect b="b" l="l" r="r" t="t"/>
              <a:pathLst>
                <a:path extrusionOk="0" h="488" w="3173">
                  <a:moveTo>
                    <a:pt x="0" y="1"/>
                  </a:moveTo>
                  <a:lnTo>
                    <a:pt x="0" y="487"/>
                  </a:lnTo>
                  <a:lnTo>
                    <a:pt x="3172" y="487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6107400" y="3997275"/>
              <a:ext cx="79325" cy="11900"/>
            </a:xfrm>
            <a:custGeom>
              <a:rect b="b" l="l" r="r" t="t"/>
              <a:pathLst>
                <a:path extrusionOk="0" h="476" w="3173">
                  <a:moveTo>
                    <a:pt x="0" y="0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6107400" y="4024225"/>
              <a:ext cx="79325" cy="11925"/>
            </a:xfrm>
            <a:custGeom>
              <a:rect b="b" l="l" r="r" t="t"/>
              <a:pathLst>
                <a:path extrusionOk="0" h="477" w="3173">
                  <a:moveTo>
                    <a:pt x="0" y="1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6107400" y="4136850"/>
              <a:ext cx="48650" cy="12175"/>
            </a:xfrm>
            <a:custGeom>
              <a:rect b="b" l="l" r="r" t="t"/>
              <a:pathLst>
                <a:path extrusionOk="0" h="487" w="1946">
                  <a:moveTo>
                    <a:pt x="0" y="0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6107400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6190675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6107400" y="4106175"/>
              <a:ext cx="30675" cy="11925"/>
            </a:xfrm>
            <a:custGeom>
              <a:rect b="b" l="l" r="r" t="t"/>
              <a:pathLst>
                <a:path extrusionOk="0" h="477" w="1227">
                  <a:moveTo>
                    <a:pt x="0" y="1"/>
                  </a:moveTo>
                  <a:lnTo>
                    <a:pt x="0" y="477"/>
                  </a:lnTo>
                  <a:lnTo>
                    <a:pt x="1227" y="477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6237975" y="4106175"/>
              <a:ext cx="16150" cy="11925"/>
            </a:xfrm>
            <a:custGeom>
              <a:rect b="b" l="l" r="r" t="t"/>
              <a:pathLst>
                <a:path extrusionOk="0" h="477" w="646">
                  <a:moveTo>
                    <a:pt x="1" y="1"/>
                  </a:moveTo>
                  <a:lnTo>
                    <a:pt x="1" y="477"/>
                  </a:lnTo>
                  <a:lnTo>
                    <a:pt x="646" y="477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6148625" y="4106175"/>
              <a:ext cx="83050" cy="11925"/>
            </a:xfrm>
            <a:custGeom>
              <a:rect b="b" l="l" r="r" t="t"/>
              <a:pathLst>
                <a:path extrusionOk="0" h="477" w="3322">
                  <a:moveTo>
                    <a:pt x="1" y="1"/>
                  </a:moveTo>
                  <a:lnTo>
                    <a:pt x="1" y="477"/>
                  </a:lnTo>
                  <a:lnTo>
                    <a:pt x="3321" y="477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6107400" y="4060450"/>
              <a:ext cx="11650" cy="12175"/>
            </a:xfrm>
            <a:custGeom>
              <a:rect b="b" l="l" r="r" t="t"/>
              <a:pathLst>
                <a:path extrusionOk="0" h="487" w="466">
                  <a:moveTo>
                    <a:pt x="0" y="0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6107400" y="4081850"/>
              <a:ext cx="11650" cy="12200"/>
            </a:xfrm>
            <a:custGeom>
              <a:rect b="b" l="l" r="r" t="t"/>
              <a:pathLst>
                <a:path extrusionOk="0" h="488" w="466">
                  <a:moveTo>
                    <a:pt x="0" y="1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6167675" y="4163025"/>
              <a:ext cx="14825" cy="15350"/>
            </a:xfrm>
            <a:custGeom>
              <a:rect b="b" l="l" r="r" t="t"/>
              <a:pathLst>
                <a:path extrusionOk="0" h="614" w="593">
                  <a:moveTo>
                    <a:pt x="423" y="0"/>
                  </a:moveTo>
                  <a:lnTo>
                    <a:pt x="0" y="613"/>
                  </a:lnTo>
                  <a:lnTo>
                    <a:pt x="180" y="61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6107400" y="4199225"/>
              <a:ext cx="180050" cy="10350"/>
            </a:xfrm>
            <a:custGeom>
              <a:rect b="b" l="l" r="r" t="t"/>
              <a:pathLst>
                <a:path extrusionOk="0" h="414" w="7202">
                  <a:moveTo>
                    <a:pt x="0" y="1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6107400" y="4222500"/>
              <a:ext cx="180050" cy="10325"/>
            </a:xfrm>
            <a:custGeom>
              <a:rect b="b" l="l" r="r" t="t"/>
              <a:pathLst>
                <a:path extrusionOk="0" h="413" w="7202">
                  <a:moveTo>
                    <a:pt x="0" y="0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6635325" y="3894700"/>
              <a:ext cx="539050" cy="178725"/>
            </a:xfrm>
            <a:custGeom>
              <a:rect b="b" l="l" r="r" t="t"/>
              <a:pathLst>
                <a:path extrusionOk="0" h="7149" w="21562">
                  <a:moveTo>
                    <a:pt x="899" y="0"/>
                  </a:moveTo>
                  <a:cubicBezTo>
                    <a:pt x="402" y="0"/>
                    <a:pt x="0" y="402"/>
                    <a:pt x="0" y="888"/>
                  </a:cubicBezTo>
                  <a:lnTo>
                    <a:pt x="0" y="6260"/>
                  </a:lnTo>
                  <a:cubicBezTo>
                    <a:pt x="0" y="6757"/>
                    <a:pt x="402" y="7148"/>
                    <a:pt x="899" y="7148"/>
                  </a:cubicBezTo>
                  <a:lnTo>
                    <a:pt x="20673" y="7148"/>
                  </a:lnTo>
                  <a:cubicBezTo>
                    <a:pt x="21170" y="7148"/>
                    <a:pt x="21561" y="6757"/>
                    <a:pt x="21561" y="6260"/>
                  </a:cubicBezTo>
                  <a:lnTo>
                    <a:pt x="21561" y="888"/>
                  </a:lnTo>
                  <a:cubicBezTo>
                    <a:pt x="21561" y="402"/>
                    <a:pt x="21170" y="0"/>
                    <a:pt x="20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6795775" y="3943075"/>
              <a:ext cx="324125" cy="120575"/>
            </a:xfrm>
            <a:custGeom>
              <a:rect b="b" l="l" r="r" t="t"/>
              <a:pathLst>
                <a:path extrusionOk="0" fill="none" h="4823" w="12965">
                  <a:moveTo>
                    <a:pt x="1" y="2686"/>
                  </a:moveTo>
                  <a:cubicBezTo>
                    <a:pt x="1" y="2686"/>
                    <a:pt x="1090" y="0"/>
                    <a:pt x="4220" y="645"/>
                  </a:cubicBezTo>
                  <a:cubicBezTo>
                    <a:pt x="7350" y="1290"/>
                    <a:pt x="8936" y="4822"/>
                    <a:pt x="12965" y="1935"/>
                  </a:cubicBezTo>
                </a:path>
              </a:pathLst>
            </a:custGeom>
            <a:noFill/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7037925" y="4013925"/>
              <a:ext cx="11125" cy="11125"/>
            </a:xfrm>
            <a:custGeom>
              <a:rect b="b" l="l" r="r" t="t"/>
              <a:pathLst>
                <a:path extrusionOk="0" h="445" w="445">
                  <a:moveTo>
                    <a:pt x="1" y="0"/>
                  </a:moveTo>
                  <a:lnTo>
                    <a:pt x="1" y="444"/>
                  </a:lnTo>
                  <a:lnTo>
                    <a:pt x="445" y="444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fill="none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fill="none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6869000" y="3950475"/>
              <a:ext cx="11125" cy="11400"/>
            </a:xfrm>
            <a:custGeom>
              <a:rect b="b" l="l" r="r" t="t"/>
              <a:pathLst>
                <a:path extrusionOk="0" h="456" w="445">
                  <a:moveTo>
                    <a:pt x="1" y="0"/>
                  </a:moveTo>
                  <a:lnTo>
                    <a:pt x="1" y="455"/>
                  </a:lnTo>
                  <a:lnTo>
                    <a:pt x="445" y="455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6606775" y="3926950"/>
              <a:ext cx="139325" cy="192475"/>
            </a:xfrm>
            <a:custGeom>
              <a:rect b="b" l="l" r="r" t="t"/>
              <a:pathLst>
                <a:path extrusionOk="0" h="7699" w="5573">
                  <a:moveTo>
                    <a:pt x="645" y="0"/>
                  </a:moveTo>
                  <a:cubicBezTo>
                    <a:pt x="296" y="0"/>
                    <a:pt x="0" y="286"/>
                    <a:pt x="0" y="645"/>
                  </a:cubicBezTo>
                  <a:lnTo>
                    <a:pt x="0" y="7053"/>
                  </a:lnTo>
                  <a:cubicBezTo>
                    <a:pt x="0" y="7413"/>
                    <a:pt x="296" y="7698"/>
                    <a:pt x="645" y="7698"/>
                  </a:cubicBezTo>
                  <a:lnTo>
                    <a:pt x="4917" y="7698"/>
                  </a:lnTo>
                  <a:cubicBezTo>
                    <a:pt x="5277" y="7698"/>
                    <a:pt x="5573" y="7413"/>
                    <a:pt x="5573" y="7053"/>
                  </a:cubicBezTo>
                  <a:lnTo>
                    <a:pt x="5573" y="645"/>
                  </a:lnTo>
                  <a:cubicBezTo>
                    <a:pt x="5573" y="286"/>
                    <a:pt x="5277" y="0"/>
                    <a:pt x="4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6628700" y="3954175"/>
              <a:ext cx="79075" cy="11125"/>
            </a:xfrm>
            <a:custGeom>
              <a:rect b="b" l="l" r="r" t="t"/>
              <a:pathLst>
                <a:path extrusionOk="0" h="445" w="3163">
                  <a:moveTo>
                    <a:pt x="1" y="0"/>
                  </a:moveTo>
                  <a:lnTo>
                    <a:pt x="1" y="445"/>
                  </a:lnTo>
                  <a:lnTo>
                    <a:pt x="3162" y="445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6628700" y="3978750"/>
              <a:ext cx="79075" cy="10875"/>
            </a:xfrm>
            <a:custGeom>
              <a:rect b="b" l="l" r="r" t="t"/>
              <a:pathLst>
                <a:path extrusionOk="0" h="435" w="3163">
                  <a:moveTo>
                    <a:pt x="1" y="1"/>
                  </a:moveTo>
                  <a:lnTo>
                    <a:pt x="1" y="434"/>
                  </a:lnTo>
                  <a:lnTo>
                    <a:pt x="3162" y="434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6628700" y="4003075"/>
              <a:ext cx="29650" cy="10875"/>
            </a:xfrm>
            <a:custGeom>
              <a:rect b="b" l="l" r="r" t="t"/>
              <a:pathLst>
                <a:path extrusionOk="0" h="435" w="1186">
                  <a:moveTo>
                    <a:pt x="1" y="1"/>
                  </a:moveTo>
                  <a:lnTo>
                    <a:pt x="1" y="434"/>
                  </a:lnTo>
                  <a:lnTo>
                    <a:pt x="1185" y="434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6628700" y="4052525"/>
              <a:ext cx="34650" cy="10850"/>
            </a:xfrm>
            <a:custGeom>
              <a:rect b="b" l="l" r="r" t="t"/>
              <a:pathLst>
                <a:path extrusionOk="0" h="434" w="1386">
                  <a:moveTo>
                    <a:pt x="1" y="0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6628700" y="4076825"/>
              <a:ext cx="34650" cy="10875"/>
            </a:xfrm>
            <a:custGeom>
              <a:rect b="b" l="l" r="r" t="t"/>
              <a:pathLst>
                <a:path extrusionOk="0" h="435" w="1386">
                  <a:moveTo>
                    <a:pt x="1" y="1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6361700" y="4177550"/>
              <a:ext cx="600375" cy="61625"/>
            </a:xfrm>
            <a:custGeom>
              <a:rect b="b" l="l" r="r" t="t"/>
              <a:pathLst>
                <a:path extrusionOk="0" fill="none" h="2465" w="24015">
                  <a:moveTo>
                    <a:pt x="24015" y="329"/>
                  </a:moveTo>
                  <a:lnTo>
                    <a:pt x="23243" y="931"/>
                  </a:lnTo>
                  <a:lnTo>
                    <a:pt x="22133" y="1132"/>
                  </a:lnTo>
                  <a:cubicBezTo>
                    <a:pt x="22133" y="1132"/>
                    <a:pt x="21086" y="1069"/>
                    <a:pt x="20991" y="1069"/>
                  </a:cubicBezTo>
                  <a:cubicBezTo>
                    <a:pt x="20885" y="1069"/>
                    <a:pt x="20187" y="498"/>
                    <a:pt x="20187" y="498"/>
                  </a:cubicBezTo>
                  <a:lnTo>
                    <a:pt x="18876" y="32"/>
                  </a:lnTo>
                  <a:lnTo>
                    <a:pt x="17966" y="371"/>
                  </a:lnTo>
                  <a:lnTo>
                    <a:pt x="16898" y="128"/>
                  </a:lnTo>
                  <a:lnTo>
                    <a:pt x="15291" y="32"/>
                  </a:lnTo>
                  <a:lnTo>
                    <a:pt x="13747" y="635"/>
                  </a:lnTo>
                  <a:lnTo>
                    <a:pt x="12468" y="836"/>
                  </a:lnTo>
                  <a:lnTo>
                    <a:pt x="11326" y="1206"/>
                  </a:lnTo>
                  <a:lnTo>
                    <a:pt x="10057" y="1301"/>
                  </a:lnTo>
                  <a:lnTo>
                    <a:pt x="8682" y="233"/>
                  </a:lnTo>
                  <a:lnTo>
                    <a:pt x="7403" y="1"/>
                  </a:lnTo>
                  <a:lnTo>
                    <a:pt x="6091" y="730"/>
                  </a:lnTo>
                  <a:lnTo>
                    <a:pt x="5055" y="1069"/>
                  </a:lnTo>
                  <a:lnTo>
                    <a:pt x="3871" y="1037"/>
                  </a:lnTo>
                  <a:lnTo>
                    <a:pt x="2390" y="1946"/>
                  </a:lnTo>
                  <a:lnTo>
                    <a:pt x="1502" y="1946"/>
                  </a:lnTo>
                  <a:lnTo>
                    <a:pt x="1" y="2465"/>
                  </a:lnTo>
                </a:path>
              </a:pathLst>
            </a:custGeom>
            <a:noFill/>
            <a:ln cap="flat" cmpd="sng" w="3425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6362225" y="4239675"/>
              <a:ext cx="600650" cy="25"/>
            </a:xfrm>
            <a:custGeom>
              <a:rect b="b" l="l" r="r" t="t"/>
              <a:pathLst>
                <a:path extrusionOk="0" fill="none" h="1" w="24026">
                  <a:moveTo>
                    <a:pt x="1" y="1"/>
                  </a:moveTo>
                  <a:lnTo>
                    <a:pt x="24026" y="1"/>
                  </a:lnTo>
                </a:path>
              </a:pathLst>
            </a:custGeom>
            <a:noFill/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6356425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0" y="1"/>
                  </a:moveTo>
                  <a:lnTo>
                    <a:pt x="0" y="603"/>
                  </a:lnTo>
                  <a:lnTo>
                    <a:pt x="243" y="603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6959150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1" y="1"/>
                  </a:moveTo>
                  <a:lnTo>
                    <a:pt x="1" y="603"/>
                  </a:lnTo>
                  <a:lnTo>
                    <a:pt x="244" y="60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6962325" y="4189175"/>
              <a:ext cx="25" cy="50525"/>
            </a:xfrm>
            <a:custGeom>
              <a:rect b="b" l="l" r="r" t="t"/>
              <a:pathLst>
                <a:path extrusionOk="0" fill="none" h="2021" w="1">
                  <a:moveTo>
                    <a:pt x="1" y="2021"/>
                  </a:moveTo>
                  <a:lnTo>
                    <a:pt x="1" y="1"/>
                  </a:lnTo>
                </a:path>
              </a:pathLst>
            </a:custGeom>
            <a:solidFill>
              <a:schemeClr val="lt2"/>
            </a:solidFill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6955975" y="4181775"/>
              <a:ext cx="9550" cy="9550"/>
            </a:xfrm>
            <a:custGeom>
              <a:rect b="b" l="l" r="r" t="t"/>
              <a:pathLst>
                <a:path extrusionOk="0" h="382" w="382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2"/>
                    <a:pt x="191" y="382"/>
                  </a:cubicBezTo>
                  <a:cubicBezTo>
                    <a:pt x="297" y="382"/>
                    <a:pt x="381" y="297"/>
                    <a:pt x="381" y="191"/>
                  </a:cubicBezTo>
                  <a:cubicBezTo>
                    <a:pt x="381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6501025" y="4261625"/>
              <a:ext cx="373300" cy="6625"/>
            </a:xfrm>
            <a:custGeom>
              <a:rect b="b" l="l" r="r" t="t"/>
              <a:pathLst>
                <a:path extrusionOk="0" h="265" w="14932">
                  <a:moveTo>
                    <a:pt x="0" y="0"/>
                  </a:moveTo>
                  <a:lnTo>
                    <a:pt x="0" y="265"/>
                  </a:lnTo>
                  <a:lnTo>
                    <a:pt x="14931" y="265"/>
                  </a:lnTo>
                  <a:lnTo>
                    <a:pt x="149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6501025" y="4261625"/>
              <a:ext cx="229225" cy="6625"/>
            </a:xfrm>
            <a:custGeom>
              <a:rect b="b" l="l" r="r" t="t"/>
              <a:pathLst>
                <a:path extrusionOk="0" h="265" w="9169">
                  <a:moveTo>
                    <a:pt x="0" y="0"/>
                  </a:moveTo>
                  <a:lnTo>
                    <a:pt x="0" y="265"/>
                  </a:lnTo>
                  <a:lnTo>
                    <a:pt x="9168" y="265"/>
                  </a:lnTo>
                  <a:lnTo>
                    <a:pt x="9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6501025" y="4274575"/>
              <a:ext cx="183475" cy="6625"/>
            </a:xfrm>
            <a:custGeom>
              <a:rect b="b" l="l" r="r" t="t"/>
              <a:pathLst>
                <a:path extrusionOk="0" h="265" w="7339">
                  <a:moveTo>
                    <a:pt x="0" y="0"/>
                  </a:moveTo>
                  <a:lnTo>
                    <a:pt x="0" y="265"/>
                  </a:lnTo>
                  <a:lnTo>
                    <a:pt x="7339" y="265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6364350" y="4288050"/>
              <a:ext cx="45750" cy="10600"/>
            </a:xfrm>
            <a:custGeom>
              <a:rect b="b" l="l" r="r" t="t"/>
              <a:pathLst>
                <a:path extrusionOk="0" h="424" w="1830">
                  <a:moveTo>
                    <a:pt x="0" y="1"/>
                  </a:moveTo>
                  <a:lnTo>
                    <a:pt x="0" y="424"/>
                  </a:lnTo>
                  <a:lnTo>
                    <a:pt x="635" y="424"/>
                  </a:lnTo>
                  <a:lnTo>
                    <a:pt x="804" y="255"/>
                  </a:lnTo>
                  <a:lnTo>
                    <a:pt x="1713" y="255"/>
                  </a:lnTo>
                  <a:lnTo>
                    <a:pt x="1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64288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1" y="1"/>
                  </a:moveTo>
                  <a:lnTo>
                    <a:pt x="1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64444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64600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354825" y="39108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0"/>
                  </a:moveTo>
                  <a:lnTo>
                    <a:pt x="1" y="444"/>
                  </a:lnTo>
                  <a:lnTo>
                    <a:pt x="8883" y="444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6354825" y="3910825"/>
              <a:ext cx="100750" cy="11125"/>
            </a:xfrm>
            <a:custGeom>
              <a:rect b="b" l="l" r="r" t="t"/>
              <a:pathLst>
                <a:path extrusionOk="0" h="445" w="4030">
                  <a:moveTo>
                    <a:pt x="1" y="0"/>
                  </a:moveTo>
                  <a:lnTo>
                    <a:pt x="1" y="444"/>
                  </a:lnTo>
                  <a:lnTo>
                    <a:pt x="4030" y="44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6354825" y="39396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1"/>
                  </a:moveTo>
                  <a:lnTo>
                    <a:pt x="1" y="445"/>
                  </a:lnTo>
                  <a:lnTo>
                    <a:pt x="8883" y="445"/>
                  </a:lnTo>
                  <a:lnTo>
                    <a:pt x="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6354825" y="3939625"/>
              <a:ext cx="154675" cy="11125"/>
            </a:xfrm>
            <a:custGeom>
              <a:rect b="b" l="l" r="r" t="t"/>
              <a:pathLst>
                <a:path extrusionOk="0" h="445" w="6187">
                  <a:moveTo>
                    <a:pt x="1" y="1"/>
                  </a:moveTo>
                  <a:lnTo>
                    <a:pt x="1" y="445"/>
                  </a:lnTo>
                  <a:lnTo>
                    <a:pt x="6187" y="445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6354825" y="3968450"/>
              <a:ext cx="222100" cy="11400"/>
            </a:xfrm>
            <a:custGeom>
              <a:rect b="b" l="l" r="r" t="t"/>
              <a:pathLst>
                <a:path extrusionOk="0" h="456" w="8884">
                  <a:moveTo>
                    <a:pt x="1" y="0"/>
                  </a:moveTo>
                  <a:lnTo>
                    <a:pt x="1" y="455"/>
                  </a:lnTo>
                  <a:lnTo>
                    <a:pt x="8883" y="455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6354825" y="3968450"/>
              <a:ext cx="45225" cy="11400"/>
            </a:xfrm>
            <a:custGeom>
              <a:rect b="b" l="l" r="r" t="t"/>
              <a:pathLst>
                <a:path extrusionOk="0" h="456" w="1809">
                  <a:moveTo>
                    <a:pt x="1" y="0"/>
                  </a:moveTo>
                  <a:lnTo>
                    <a:pt x="1" y="455"/>
                  </a:lnTo>
                  <a:lnTo>
                    <a:pt x="1809" y="455"/>
                  </a:lnTo>
                  <a:lnTo>
                    <a:pt x="18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67693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679420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68190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6874025" y="3755650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6920550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6967075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6681325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6727850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6774625" y="4317125"/>
              <a:ext cx="13525" cy="13525"/>
            </a:xfrm>
            <a:custGeom>
              <a:rect b="b" l="l" r="r" t="t"/>
              <a:pathLst>
                <a:path extrusionOk="0" h="541" w="541">
                  <a:moveTo>
                    <a:pt x="1" y="1"/>
                  </a:moveTo>
                  <a:lnTo>
                    <a:pt x="1" y="540"/>
                  </a:lnTo>
                  <a:lnTo>
                    <a:pt x="540" y="540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61113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613620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610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7006750" y="3931975"/>
              <a:ext cx="120550" cy="11650"/>
            </a:xfrm>
            <a:custGeom>
              <a:rect b="b" l="l" r="r" t="t"/>
              <a:pathLst>
                <a:path extrusionOk="0" h="466" w="4822">
                  <a:moveTo>
                    <a:pt x="0" y="0"/>
                  </a:moveTo>
                  <a:lnTo>
                    <a:pt x="0" y="465"/>
                  </a:lnTo>
                  <a:lnTo>
                    <a:pt x="4822" y="465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7006750" y="3952850"/>
              <a:ext cx="35700" cy="11650"/>
            </a:xfrm>
            <a:custGeom>
              <a:rect b="b" l="l" r="r" t="t"/>
              <a:pathLst>
                <a:path extrusionOk="0" h="466" w="1428">
                  <a:moveTo>
                    <a:pt x="0" y="1"/>
                  </a:moveTo>
                  <a:lnTo>
                    <a:pt x="0" y="466"/>
                  </a:lnTo>
                  <a:lnTo>
                    <a:pt x="1428" y="466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359600" y="4014975"/>
              <a:ext cx="81700" cy="81450"/>
            </a:xfrm>
            <a:custGeom>
              <a:rect b="b" l="l" r="r" t="t"/>
              <a:pathLst>
                <a:path extrusionOk="0" h="3258" w="3268">
                  <a:moveTo>
                    <a:pt x="1629" y="783"/>
                  </a:moveTo>
                  <a:cubicBezTo>
                    <a:pt x="2104" y="783"/>
                    <a:pt x="2485" y="1164"/>
                    <a:pt x="2485" y="1629"/>
                  </a:cubicBezTo>
                  <a:cubicBezTo>
                    <a:pt x="2485" y="2105"/>
                    <a:pt x="2104" y="2485"/>
                    <a:pt x="1629" y="2485"/>
                  </a:cubicBezTo>
                  <a:cubicBezTo>
                    <a:pt x="1163" y="2485"/>
                    <a:pt x="783" y="2105"/>
                    <a:pt x="783" y="1629"/>
                  </a:cubicBezTo>
                  <a:cubicBezTo>
                    <a:pt x="783" y="1164"/>
                    <a:pt x="1163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0" y="730"/>
                    <a:pt x="0" y="1629"/>
                  </a:cubicBezTo>
                  <a:cubicBezTo>
                    <a:pt x="0" y="2528"/>
                    <a:pt x="730" y="3257"/>
                    <a:pt x="1629" y="3257"/>
                  </a:cubicBezTo>
                  <a:cubicBezTo>
                    <a:pt x="2538" y="3257"/>
                    <a:pt x="3268" y="2528"/>
                    <a:pt x="3268" y="1629"/>
                  </a:cubicBezTo>
                  <a:cubicBezTo>
                    <a:pt x="3268" y="730"/>
                    <a:pt x="253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6360650" y="4014975"/>
              <a:ext cx="79600" cy="36775"/>
            </a:xfrm>
            <a:custGeom>
              <a:rect b="b" l="l" r="r" t="t"/>
              <a:pathLst>
                <a:path extrusionOk="0" h="1471" w="3184">
                  <a:moveTo>
                    <a:pt x="1587" y="1"/>
                  </a:moveTo>
                  <a:cubicBezTo>
                    <a:pt x="942" y="1"/>
                    <a:pt x="392" y="371"/>
                    <a:pt x="127" y="910"/>
                  </a:cubicBezTo>
                  <a:cubicBezTo>
                    <a:pt x="0" y="1174"/>
                    <a:pt x="191" y="1470"/>
                    <a:pt x="476" y="1470"/>
                  </a:cubicBezTo>
                  <a:cubicBezTo>
                    <a:pt x="635" y="1470"/>
                    <a:pt x="762" y="1375"/>
                    <a:pt x="836" y="1248"/>
                  </a:cubicBezTo>
                  <a:cubicBezTo>
                    <a:pt x="973" y="973"/>
                    <a:pt x="1259" y="783"/>
                    <a:pt x="1587" y="783"/>
                  </a:cubicBezTo>
                  <a:cubicBezTo>
                    <a:pt x="1925" y="783"/>
                    <a:pt x="2210" y="973"/>
                    <a:pt x="2348" y="1248"/>
                  </a:cubicBezTo>
                  <a:cubicBezTo>
                    <a:pt x="2411" y="1375"/>
                    <a:pt x="2549" y="1470"/>
                    <a:pt x="2697" y="1470"/>
                  </a:cubicBezTo>
                  <a:cubicBezTo>
                    <a:pt x="2982" y="1470"/>
                    <a:pt x="3183" y="1174"/>
                    <a:pt x="3056" y="910"/>
                  </a:cubicBezTo>
                  <a:cubicBezTo>
                    <a:pt x="2792" y="371"/>
                    <a:pt x="2232" y="1"/>
                    <a:pt x="15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6469025" y="4014975"/>
              <a:ext cx="81450" cy="81450"/>
            </a:xfrm>
            <a:custGeom>
              <a:rect b="b" l="l" r="r" t="t"/>
              <a:pathLst>
                <a:path extrusionOk="0" h="3258" w="3258">
                  <a:moveTo>
                    <a:pt x="1629" y="783"/>
                  </a:moveTo>
                  <a:cubicBezTo>
                    <a:pt x="2095" y="783"/>
                    <a:pt x="2475" y="1164"/>
                    <a:pt x="2475" y="1629"/>
                  </a:cubicBezTo>
                  <a:cubicBezTo>
                    <a:pt x="2475" y="2094"/>
                    <a:pt x="2095" y="2475"/>
                    <a:pt x="1629" y="2475"/>
                  </a:cubicBezTo>
                  <a:cubicBezTo>
                    <a:pt x="1164" y="2475"/>
                    <a:pt x="773" y="2094"/>
                    <a:pt x="773" y="1629"/>
                  </a:cubicBezTo>
                  <a:cubicBezTo>
                    <a:pt x="773" y="1164"/>
                    <a:pt x="1164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1" y="730"/>
                    <a:pt x="1" y="1629"/>
                  </a:cubicBezTo>
                  <a:cubicBezTo>
                    <a:pt x="1" y="2528"/>
                    <a:pt x="730" y="3257"/>
                    <a:pt x="1629" y="3257"/>
                  </a:cubicBezTo>
                  <a:cubicBezTo>
                    <a:pt x="2528" y="3257"/>
                    <a:pt x="3258" y="2528"/>
                    <a:pt x="3258" y="1629"/>
                  </a:cubicBezTo>
                  <a:cubicBezTo>
                    <a:pt x="3258" y="730"/>
                    <a:pt x="252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6469025" y="4018200"/>
              <a:ext cx="36775" cy="75225"/>
            </a:xfrm>
            <a:custGeom>
              <a:rect b="b" l="l" r="r" t="t"/>
              <a:pathLst>
                <a:path extrusionOk="0" h="3009" w="1471">
                  <a:moveTo>
                    <a:pt x="1079" y="1"/>
                  </a:moveTo>
                  <a:cubicBezTo>
                    <a:pt x="1023" y="1"/>
                    <a:pt x="965" y="13"/>
                    <a:pt x="910" y="41"/>
                  </a:cubicBezTo>
                  <a:cubicBezTo>
                    <a:pt x="371" y="305"/>
                    <a:pt x="1" y="855"/>
                    <a:pt x="1" y="1500"/>
                  </a:cubicBezTo>
                  <a:cubicBezTo>
                    <a:pt x="1" y="2145"/>
                    <a:pt x="371" y="2705"/>
                    <a:pt x="910" y="2970"/>
                  </a:cubicBezTo>
                  <a:cubicBezTo>
                    <a:pt x="964" y="2996"/>
                    <a:pt x="1019" y="3009"/>
                    <a:pt x="1074" y="3009"/>
                  </a:cubicBezTo>
                  <a:cubicBezTo>
                    <a:pt x="1279" y="3009"/>
                    <a:pt x="1471" y="2836"/>
                    <a:pt x="1471" y="2610"/>
                  </a:cubicBezTo>
                  <a:cubicBezTo>
                    <a:pt x="1471" y="2462"/>
                    <a:pt x="1376" y="2325"/>
                    <a:pt x="1238" y="2261"/>
                  </a:cubicBezTo>
                  <a:cubicBezTo>
                    <a:pt x="963" y="2124"/>
                    <a:pt x="783" y="1828"/>
                    <a:pt x="783" y="1500"/>
                  </a:cubicBezTo>
                  <a:cubicBezTo>
                    <a:pt x="783" y="1172"/>
                    <a:pt x="963" y="887"/>
                    <a:pt x="1238" y="749"/>
                  </a:cubicBezTo>
                  <a:cubicBezTo>
                    <a:pt x="1376" y="675"/>
                    <a:pt x="1471" y="538"/>
                    <a:pt x="1471" y="390"/>
                  </a:cubicBezTo>
                  <a:cubicBezTo>
                    <a:pt x="1471" y="166"/>
                    <a:pt x="1282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6220000" y="3929050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1"/>
                  </a:moveTo>
                  <a:lnTo>
                    <a:pt x="1" y="255"/>
                  </a:lnTo>
                  <a:lnTo>
                    <a:pt x="868" y="25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6220000" y="3943325"/>
              <a:ext cx="21700" cy="6650"/>
            </a:xfrm>
            <a:custGeom>
              <a:rect b="b" l="l" r="r" t="t"/>
              <a:pathLst>
                <a:path extrusionOk="0" h="266" w="868">
                  <a:moveTo>
                    <a:pt x="1" y="1"/>
                  </a:moveTo>
                  <a:lnTo>
                    <a:pt x="1" y="265"/>
                  </a:lnTo>
                  <a:lnTo>
                    <a:pt x="868" y="2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6220000" y="395787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6220000" y="403242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6220000" y="3978750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1"/>
                  </a:moveTo>
                  <a:lnTo>
                    <a:pt x="1" y="255"/>
                  </a:lnTo>
                  <a:lnTo>
                    <a:pt x="1259" y="25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6220000" y="3993025"/>
              <a:ext cx="31500" cy="6650"/>
            </a:xfrm>
            <a:custGeom>
              <a:rect b="b" l="l" r="r" t="t"/>
              <a:pathLst>
                <a:path extrusionOk="0" h="266" w="1260">
                  <a:moveTo>
                    <a:pt x="1" y="1"/>
                  </a:moveTo>
                  <a:lnTo>
                    <a:pt x="1" y="265"/>
                  </a:lnTo>
                  <a:lnTo>
                    <a:pt x="1259" y="26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6220000" y="4007575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0"/>
                  </a:moveTo>
                  <a:lnTo>
                    <a:pt x="1" y="254"/>
                  </a:lnTo>
                  <a:lnTo>
                    <a:pt x="1259" y="254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6588250" y="4317675"/>
              <a:ext cx="380175" cy="29625"/>
            </a:xfrm>
            <a:custGeom>
              <a:rect b="b" l="l" r="r" t="t"/>
              <a:pathLst>
                <a:path extrusionOk="0" fill="none" h="1185" w="15207">
                  <a:moveTo>
                    <a:pt x="1" y="444"/>
                  </a:moveTo>
                  <a:lnTo>
                    <a:pt x="1344" y="444"/>
                  </a:lnTo>
                  <a:lnTo>
                    <a:pt x="2084" y="1184"/>
                  </a:lnTo>
                  <a:lnTo>
                    <a:pt x="9835" y="1184"/>
                  </a:lnTo>
                  <a:lnTo>
                    <a:pt x="11030" y="0"/>
                  </a:lnTo>
                  <a:lnTo>
                    <a:pt x="15207" y="0"/>
                  </a:lnTo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6568700" y="4319525"/>
              <a:ext cx="19575" cy="19575"/>
            </a:xfrm>
            <a:custGeom>
              <a:rect b="b" l="l" r="r" t="t"/>
              <a:pathLst>
                <a:path extrusionOk="0" fill="none" h="783" w="783">
                  <a:moveTo>
                    <a:pt x="783" y="391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1"/>
                  </a:cubicBezTo>
                  <a:cubicBezTo>
                    <a:pt x="0" y="169"/>
                    <a:pt x="170" y="0"/>
                    <a:pt x="392" y="0"/>
                  </a:cubicBezTo>
                  <a:cubicBezTo>
                    <a:pt x="603" y="0"/>
                    <a:pt x="783" y="169"/>
                    <a:pt x="783" y="391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6968675" y="4307350"/>
              <a:ext cx="19575" cy="19600"/>
            </a:xfrm>
            <a:custGeom>
              <a:rect b="b" l="l" r="r" t="t"/>
              <a:pathLst>
                <a:path extrusionOk="0" fill="none" h="784" w="783">
                  <a:moveTo>
                    <a:pt x="783" y="392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2"/>
                  </a:cubicBezTo>
                  <a:cubicBezTo>
                    <a:pt x="0" y="170"/>
                    <a:pt x="170" y="1"/>
                    <a:pt x="392" y="1"/>
                  </a:cubicBezTo>
                  <a:cubicBezTo>
                    <a:pt x="603" y="1"/>
                    <a:pt x="783" y="170"/>
                    <a:pt x="783" y="392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6628700" y="4028200"/>
              <a:ext cx="51575" cy="10850"/>
            </a:xfrm>
            <a:custGeom>
              <a:rect b="b" l="l" r="r" t="t"/>
              <a:pathLst>
                <a:path extrusionOk="0" h="434" w="2063">
                  <a:moveTo>
                    <a:pt x="1" y="0"/>
                  </a:moveTo>
                  <a:lnTo>
                    <a:pt x="1" y="434"/>
                  </a:lnTo>
                  <a:lnTo>
                    <a:pt x="2063" y="434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32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580" name="Google Shape;580;p32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1" name="Google Shape;581;p32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582" name="Google Shape;582;p32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583" name="Google Shape;583;p32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32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5" name="Google Shape;585;p32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586" name="Google Shape;586;p32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32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588" name="Google Shape;588;p32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2"/>
          <p:cNvSpPr txBox="1"/>
          <p:nvPr>
            <p:ph type="title"/>
          </p:nvPr>
        </p:nvSpPr>
        <p:spPr>
          <a:xfrm>
            <a:off x="4552900" y="2755525"/>
            <a:ext cx="39420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What is Git?</a:t>
            </a:r>
            <a:endParaRPr sz="4000"/>
          </a:p>
        </p:txBody>
      </p:sp>
      <p:sp>
        <p:nvSpPr>
          <p:cNvPr id="590" name="Google Shape;590;p32"/>
          <p:cNvSpPr txBox="1"/>
          <p:nvPr>
            <p:ph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591" name="Google Shape;591;p3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73" l="25340" r="24599" t="23556"/>
          <a:stretch/>
        </p:blipFill>
        <p:spPr>
          <a:xfrm>
            <a:off x="1337075" y="1045738"/>
            <a:ext cx="3054000" cy="3054600"/>
          </a:xfrm>
          <a:prstGeom prst="roundRect">
            <a:avLst>
              <a:gd fmla="val 8243" name="adj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3"/>
          <p:cNvSpPr txBox="1"/>
          <p:nvPr>
            <p:ph idx="1" type="body"/>
          </p:nvPr>
        </p:nvSpPr>
        <p:spPr>
          <a:xfrm>
            <a:off x="720000" y="1401575"/>
            <a:ext cx="54906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Created by Linus Torvald in 2005 to aid in Linux Kernel development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Distributed Version Control (Repository is </a:t>
            </a:r>
            <a:r>
              <a:rPr lang="en"/>
              <a:t>stored in a remote server and each user works on the clone of the remote repository</a:t>
            </a:r>
            <a:r>
              <a:rPr lang="en"/>
              <a:t>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Command</a:t>
            </a:r>
            <a:r>
              <a:rPr lang="en"/>
              <a:t> line version control program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Cross-platform (Linux, Windows, Mac)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Open source, free</a:t>
            </a:r>
            <a:endParaRPr/>
          </a:p>
        </p:txBody>
      </p:sp>
      <p:sp>
        <p:nvSpPr>
          <p:cNvPr id="597" name="Google Shape;597;p33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Git?</a:t>
            </a:r>
            <a:endParaRPr/>
          </a:p>
        </p:txBody>
      </p:sp>
      <p:grpSp>
        <p:nvGrpSpPr>
          <p:cNvPr id="598" name="Google Shape;598;p33"/>
          <p:cNvGrpSpPr/>
          <p:nvPr/>
        </p:nvGrpSpPr>
        <p:grpSpPr>
          <a:xfrm>
            <a:off x="6681462" y="1863912"/>
            <a:ext cx="1799783" cy="1521057"/>
            <a:chOff x="5998200" y="3546525"/>
            <a:chExt cx="1176175" cy="994025"/>
          </a:xfrm>
        </p:grpSpPr>
        <p:sp>
          <p:nvSpPr>
            <p:cNvPr id="599" name="Google Shape;599;p33"/>
            <p:cNvSpPr/>
            <p:nvPr/>
          </p:nvSpPr>
          <p:spPr>
            <a:xfrm>
              <a:off x="6293775" y="4465975"/>
              <a:ext cx="474525" cy="74575"/>
            </a:xfrm>
            <a:custGeom>
              <a:rect b="b" l="l" r="r" t="t"/>
              <a:pathLst>
                <a:path extrusionOk="0" h="2983" w="18981">
                  <a:moveTo>
                    <a:pt x="7804" y="0"/>
                  </a:moveTo>
                  <a:lnTo>
                    <a:pt x="6937" y="1597"/>
                  </a:lnTo>
                  <a:lnTo>
                    <a:pt x="698" y="1597"/>
                  </a:lnTo>
                  <a:cubicBezTo>
                    <a:pt x="317" y="1597"/>
                    <a:pt x="0" y="1904"/>
                    <a:pt x="0" y="2284"/>
                  </a:cubicBezTo>
                  <a:cubicBezTo>
                    <a:pt x="0" y="2676"/>
                    <a:pt x="307" y="2982"/>
                    <a:pt x="698" y="2982"/>
                  </a:cubicBezTo>
                  <a:lnTo>
                    <a:pt x="18283" y="2982"/>
                  </a:lnTo>
                  <a:cubicBezTo>
                    <a:pt x="18664" y="2982"/>
                    <a:pt x="18981" y="2676"/>
                    <a:pt x="18981" y="2284"/>
                  </a:cubicBezTo>
                  <a:cubicBezTo>
                    <a:pt x="18981" y="1904"/>
                    <a:pt x="18664" y="1597"/>
                    <a:pt x="18283" y="1597"/>
                  </a:cubicBezTo>
                  <a:lnTo>
                    <a:pt x="12044" y="1597"/>
                  </a:lnTo>
                  <a:lnTo>
                    <a:pt x="11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6494950" y="44300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6494950" y="43951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6442600" y="3546525"/>
              <a:ext cx="354275" cy="354275"/>
            </a:xfrm>
            <a:custGeom>
              <a:rect b="b" l="l" r="r" t="t"/>
              <a:pathLst>
                <a:path extrusionOk="0" h="14171" w="14171">
                  <a:moveTo>
                    <a:pt x="7085" y="4231"/>
                  </a:moveTo>
                  <a:cubicBezTo>
                    <a:pt x="8661" y="4231"/>
                    <a:pt x="9940" y="5510"/>
                    <a:pt x="9940" y="7086"/>
                  </a:cubicBezTo>
                  <a:cubicBezTo>
                    <a:pt x="9940" y="8661"/>
                    <a:pt x="8661" y="9941"/>
                    <a:pt x="7085" y="9941"/>
                  </a:cubicBezTo>
                  <a:cubicBezTo>
                    <a:pt x="5510" y="9941"/>
                    <a:pt x="4241" y="8661"/>
                    <a:pt x="4241" y="7086"/>
                  </a:cubicBezTo>
                  <a:cubicBezTo>
                    <a:pt x="4241" y="5510"/>
                    <a:pt x="5510" y="4231"/>
                    <a:pt x="7085" y="4231"/>
                  </a:cubicBezTo>
                  <a:close/>
                  <a:moveTo>
                    <a:pt x="6292" y="1"/>
                  </a:moveTo>
                  <a:cubicBezTo>
                    <a:pt x="5975" y="1"/>
                    <a:pt x="5732" y="255"/>
                    <a:pt x="5732" y="561"/>
                  </a:cubicBezTo>
                  <a:lnTo>
                    <a:pt x="5732" y="1280"/>
                  </a:lnTo>
                  <a:cubicBezTo>
                    <a:pt x="5087" y="1428"/>
                    <a:pt x="4484" y="1682"/>
                    <a:pt x="3945" y="2021"/>
                  </a:cubicBezTo>
                  <a:lnTo>
                    <a:pt x="3437" y="1513"/>
                  </a:lnTo>
                  <a:cubicBezTo>
                    <a:pt x="3326" y="1402"/>
                    <a:pt x="3183" y="1346"/>
                    <a:pt x="3041" y="1346"/>
                  </a:cubicBezTo>
                  <a:cubicBezTo>
                    <a:pt x="2898" y="1346"/>
                    <a:pt x="2755" y="1402"/>
                    <a:pt x="2644" y="1513"/>
                  </a:cubicBezTo>
                  <a:lnTo>
                    <a:pt x="1513" y="2644"/>
                  </a:lnTo>
                  <a:cubicBezTo>
                    <a:pt x="1290" y="2867"/>
                    <a:pt x="1290" y="3215"/>
                    <a:pt x="1513" y="3438"/>
                  </a:cubicBezTo>
                  <a:lnTo>
                    <a:pt x="2020" y="3945"/>
                  </a:lnTo>
                  <a:cubicBezTo>
                    <a:pt x="1682" y="4484"/>
                    <a:pt x="1439" y="5087"/>
                    <a:pt x="1280" y="5722"/>
                  </a:cubicBezTo>
                  <a:lnTo>
                    <a:pt x="561" y="5722"/>
                  </a:lnTo>
                  <a:cubicBezTo>
                    <a:pt x="254" y="5722"/>
                    <a:pt x="0" y="5975"/>
                    <a:pt x="0" y="6293"/>
                  </a:cubicBezTo>
                  <a:lnTo>
                    <a:pt x="0" y="7889"/>
                  </a:lnTo>
                  <a:cubicBezTo>
                    <a:pt x="0" y="8196"/>
                    <a:pt x="254" y="8450"/>
                    <a:pt x="561" y="8450"/>
                  </a:cubicBezTo>
                  <a:lnTo>
                    <a:pt x="1280" y="8450"/>
                  </a:lnTo>
                  <a:cubicBezTo>
                    <a:pt x="1439" y="9084"/>
                    <a:pt x="1682" y="9687"/>
                    <a:pt x="2020" y="10226"/>
                  </a:cubicBezTo>
                  <a:lnTo>
                    <a:pt x="1513" y="10734"/>
                  </a:lnTo>
                  <a:cubicBezTo>
                    <a:pt x="1290" y="10956"/>
                    <a:pt x="1290" y="11315"/>
                    <a:pt x="1513" y="11527"/>
                  </a:cubicBezTo>
                  <a:lnTo>
                    <a:pt x="2644" y="12658"/>
                  </a:lnTo>
                  <a:cubicBezTo>
                    <a:pt x="2755" y="12769"/>
                    <a:pt x="2898" y="12825"/>
                    <a:pt x="3041" y="12825"/>
                  </a:cubicBezTo>
                  <a:cubicBezTo>
                    <a:pt x="3183" y="12825"/>
                    <a:pt x="3326" y="12769"/>
                    <a:pt x="3437" y="12658"/>
                  </a:cubicBezTo>
                  <a:lnTo>
                    <a:pt x="3945" y="12151"/>
                  </a:lnTo>
                  <a:cubicBezTo>
                    <a:pt x="4484" y="12489"/>
                    <a:pt x="5087" y="12743"/>
                    <a:pt x="5732" y="12891"/>
                  </a:cubicBezTo>
                  <a:lnTo>
                    <a:pt x="5732" y="13610"/>
                  </a:lnTo>
                  <a:cubicBezTo>
                    <a:pt x="5732" y="13917"/>
                    <a:pt x="5975" y="14170"/>
                    <a:pt x="6292" y="14170"/>
                  </a:cubicBezTo>
                  <a:lnTo>
                    <a:pt x="7889" y="14170"/>
                  </a:lnTo>
                  <a:cubicBezTo>
                    <a:pt x="8196" y="14170"/>
                    <a:pt x="8449" y="13917"/>
                    <a:pt x="8449" y="13610"/>
                  </a:cubicBezTo>
                  <a:lnTo>
                    <a:pt x="8449" y="12891"/>
                  </a:lnTo>
                  <a:cubicBezTo>
                    <a:pt x="9084" y="12743"/>
                    <a:pt x="9687" y="12489"/>
                    <a:pt x="10226" y="12151"/>
                  </a:cubicBezTo>
                  <a:lnTo>
                    <a:pt x="10733" y="12658"/>
                  </a:lnTo>
                  <a:cubicBezTo>
                    <a:pt x="10844" y="12769"/>
                    <a:pt x="10990" y="12825"/>
                    <a:pt x="11135" y="12825"/>
                  </a:cubicBezTo>
                  <a:cubicBezTo>
                    <a:pt x="11281" y="12825"/>
                    <a:pt x="11426" y="12769"/>
                    <a:pt x="11537" y="12658"/>
                  </a:cubicBezTo>
                  <a:lnTo>
                    <a:pt x="12658" y="11527"/>
                  </a:lnTo>
                  <a:cubicBezTo>
                    <a:pt x="12880" y="11315"/>
                    <a:pt x="12880" y="10956"/>
                    <a:pt x="12658" y="10734"/>
                  </a:cubicBezTo>
                  <a:lnTo>
                    <a:pt x="12150" y="10226"/>
                  </a:lnTo>
                  <a:cubicBezTo>
                    <a:pt x="12489" y="9687"/>
                    <a:pt x="12742" y="9084"/>
                    <a:pt x="12891" y="8450"/>
                  </a:cubicBezTo>
                  <a:lnTo>
                    <a:pt x="13610" y="8450"/>
                  </a:lnTo>
                  <a:cubicBezTo>
                    <a:pt x="13916" y="8450"/>
                    <a:pt x="14170" y="8196"/>
                    <a:pt x="14170" y="7889"/>
                  </a:cubicBezTo>
                  <a:lnTo>
                    <a:pt x="14170" y="6293"/>
                  </a:lnTo>
                  <a:cubicBezTo>
                    <a:pt x="14170" y="5975"/>
                    <a:pt x="13916" y="5722"/>
                    <a:pt x="13610" y="5722"/>
                  </a:cubicBezTo>
                  <a:lnTo>
                    <a:pt x="12891" y="5722"/>
                  </a:lnTo>
                  <a:cubicBezTo>
                    <a:pt x="12742" y="5087"/>
                    <a:pt x="12489" y="4484"/>
                    <a:pt x="12150" y="3945"/>
                  </a:cubicBezTo>
                  <a:lnTo>
                    <a:pt x="12658" y="3438"/>
                  </a:lnTo>
                  <a:cubicBezTo>
                    <a:pt x="12880" y="3215"/>
                    <a:pt x="12880" y="2867"/>
                    <a:pt x="12658" y="2644"/>
                  </a:cubicBezTo>
                  <a:lnTo>
                    <a:pt x="11537" y="1513"/>
                  </a:lnTo>
                  <a:cubicBezTo>
                    <a:pt x="11426" y="1402"/>
                    <a:pt x="11281" y="1346"/>
                    <a:pt x="11135" y="1346"/>
                  </a:cubicBezTo>
                  <a:cubicBezTo>
                    <a:pt x="10990" y="1346"/>
                    <a:pt x="10844" y="1402"/>
                    <a:pt x="10733" y="1513"/>
                  </a:cubicBezTo>
                  <a:lnTo>
                    <a:pt x="10226" y="2021"/>
                  </a:lnTo>
                  <a:cubicBezTo>
                    <a:pt x="9687" y="1682"/>
                    <a:pt x="9084" y="1428"/>
                    <a:pt x="8449" y="1280"/>
                  </a:cubicBezTo>
                  <a:lnTo>
                    <a:pt x="8449" y="561"/>
                  </a:lnTo>
                  <a:cubicBezTo>
                    <a:pt x="8449" y="255"/>
                    <a:pt x="8196" y="1"/>
                    <a:pt x="7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5998200" y="3716775"/>
              <a:ext cx="1065675" cy="668850"/>
            </a:xfrm>
            <a:custGeom>
              <a:rect b="b" l="l" r="r" t="t"/>
              <a:pathLst>
                <a:path extrusionOk="0" h="26754" w="42627">
                  <a:moveTo>
                    <a:pt x="1513" y="1"/>
                  </a:moveTo>
                  <a:cubicBezTo>
                    <a:pt x="678" y="1"/>
                    <a:pt x="1" y="688"/>
                    <a:pt x="1" y="1523"/>
                  </a:cubicBezTo>
                  <a:lnTo>
                    <a:pt x="1" y="25242"/>
                  </a:lnTo>
                  <a:cubicBezTo>
                    <a:pt x="1" y="26077"/>
                    <a:pt x="678" y="26754"/>
                    <a:pt x="1513" y="26754"/>
                  </a:cubicBezTo>
                  <a:lnTo>
                    <a:pt x="41114" y="26754"/>
                  </a:lnTo>
                  <a:cubicBezTo>
                    <a:pt x="41949" y="26754"/>
                    <a:pt x="42626" y="26077"/>
                    <a:pt x="42626" y="25242"/>
                  </a:cubicBezTo>
                  <a:lnTo>
                    <a:pt x="42626" y="1523"/>
                  </a:lnTo>
                  <a:cubicBezTo>
                    <a:pt x="42626" y="688"/>
                    <a:pt x="41949" y="1"/>
                    <a:pt x="41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607592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6208125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654357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6878800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6332900" y="3799525"/>
              <a:ext cx="196700" cy="24350"/>
            </a:xfrm>
            <a:custGeom>
              <a:rect b="b" l="l" r="r" t="t"/>
              <a:pathLst>
                <a:path extrusionOk="0" h="974" w="7868">
                  <a:moveTo>
                    <a:pt x="0" y="0"/>
                  </a:moveTo>
                  <a:lnTo>
                    <a:pt x="0" y="973"/>
                  </a:lnTo>
                  <a:lnTo>
                    <a:pt x="7867" y="973"/>
                  </a:lnTo>
                  <a:lnTo>
                    <a:pt x="78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6666500" y="3799525"/>
              <a:ext cx="196450" cy="24350"/>
            </a:xfrm>
            <a:custGeom>
              <a:rect b="b" l="l" r="r" t="t"/>
              <a:pathLst>
                <a:path extrusionOk="0" h="974" w="7858">
                  <a:moveTo>
                    <a:pt x="1" y="0"/>
                  </a:moveTo>
                  <a:lnTo>
                    <a:pt x="1" y="973"/>
                  </a:lnTo>
                  <a:lnTo>
                    <a:pt x="7858" y="973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6076450" y="3780500"/>
              <a:ext cx="19325" cy="11650"/>
            </a:xfrm>
            <a:custGeom>
              <a:rect b="b" l="l" r="r" t="t"/>
              <a:pathLst>
                <a:path extrusionOk="0" h="466" w="773">
                  <a:moveTo>
                    <a:pt x="1" y="0"/>
                  </a:moveTo>
                  <a:lnTo>
                    <a:pt x="1" y="465"/>
                  </a:lnTo>
                  <a:lnTo>
                    <a:pt x="773" y="465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6076450" y="3843675"/>
              <a:ext cx="200950" cy="11925"/>
            </a:xfrm>
            <a:custGeom>
              <a:rect b="b" l="l" r="r" t="t"/>
              <a:pathLst>
                <a:path extrusionOk="0" h="477" w="8038">
                  <a:moveTo>
                    <a:pt x="1" y="0"/>
                  </a:moveTo>
                  <a:lnTo>
                    <a:pt x="1" y="476"/>
                  </a:lnTo>
                  <a:lnTo>
                    <a:pt x="8037" y="476"/>
                  </a:lnTo>
                  <a:lnTo>
                    <a:pt x="80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6076450" y="3864550"/>
              <a:ext cx="59775" cy="11675"/>
            </a:xfrm>
            <a:custGeom>
              <a:rect b="b" l="l" r="r" t="t"/>
              <a:pathLst>
                <a:path extrusionOk="0" h="467" w="2391">
                  <a:moveTo>
                    <a:pt x="1" y="1"/>
                  </a:moveTo>
                  <a:lnTo>
                    <a:pt x="1" y="466"/>
                  </a:lnTo>
                  <a:lnTo>
                    <a:pt x="2391" y="466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6077775" y="3913200"/>
              <a:ext cx="236625" cy="387575"/>
            </a:xfrm>
            <a:custGeom>
              <a:rect b="b" l="l" r="r" t="t"/>
              <a:pathLst>
                <a:path extrusionOk="0" h="15503" w="9465">
                  <a:moveTo>
                    <a:pt x="1005" y="0"/>
                  </a:moveTo>
                  <a:cubicBezTo>
                    <a:pt x="445" y="0"/>
                    <a:pt x="1" y="455"/>
                    <a:pt x="1" y="1016"/>
                  </a:cubicBezTo>
                  <a:lnTo>
                    <a:pt x="1" y="14498"/>
                  </a:lnTo>
                  <a:cubicBezTo>
                    <a:pt x="1" y="15058"/>
                    <a:pt x="445" y="15502"/>
                    <a:pt x="1005" y="15502"/>
                  </a:cubicBezTo>
                  <a:lnTo>
                    <a:pt x="8460" y="15502"/>
                  </a:lnTo>
                  <a:cubicBezTo>
                    <a:pt x="9010" y="15502"/>
                    <a:pt x="9465" y="15058"/>
                    <a:pt x="9465" y="14498"/>
                  </a:cubicBezTo>
                  <a:lnTo>
                    <a:pt x="9465" y="1016"/>
                  </a:lnTo>
                  <a:cubicBezTo>
                    <a:pt x="9465" y="455"/>
                    <a:pt x="9010" y="0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6107400" y="3970025"/>
              <a:ext cx="79325" cy="12200"/>
            </a:xfrm>
            <a:custGeom>
              <a:rect b="b" l="l" r="r" t="t"/>
              <a:pathLst>
                <a:path extrusionOk="0" h="488" w="3173">
                  <a:moveTo>
                    <a:pt x="0" y="1"/>
                  </a:moveTo>
                  <a:lnTo>
                    <a:pt x="0" y="487"/>
                  </a:lnTo>
                  <a:lnTo>
                    <a:pt x="3172" y="487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6107400" y="3997275"/>
              <a:ext cx="79325" cy="11900"/>
            </a:xfrm>
            <a:custGeom>
              <a:rect b="b" l="l" r="r" t="t"/>
              <a:pathLst>
                <a:path extrusionOk="0" h="476" w="3173">
                  <a:moveTo>
                    <a:pt x="0" y="0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6107400" y="4024225"/>
              <a:ext cx="79325" cy="11925"/>
            </a:xfrm>
            <a:custGeom>
              <a:rect b="b" l="l" r="r" t="t"/>
              <a:pathLst>
                <a:path extrusionOk="0" h="477" w="3173">
                  <a:moveTo>
                    <a:pt x="0" y="1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6107400" y="4136850"/>
              <a:ext cx="48650" cy="12175"/>
            </a:xfrm>
            <a:custGeom>
              <a:rect b="b" l="l" r="r" t="t"/>
              <a:pathLst>
                <a:path extrusionOk="0" h="487" w="1946">
                  <a:moveTo>
                    <a:pt x="0" y="0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6107400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6190675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6107400" y="4106175"/>
              <a:ext cx="30675" cy="11925"/>
            </a:xfrm>
            <a:custGeom>
              <a:rect b="b" l="l" r="r" t="t"/>
              <a:pathLst>
                <a:path extrusionOk="0" h="477" w="1227">
                  <a:moveTo>
                    <a:pt x="0" y="1"/>
                  </a:moveTo>
                  <a:lnTo>
                    <a:pt x="0" y="477"/>
                  </a:lnTo>
                  <a:lnTo>
                    <a:pt x="1227" y="477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3"/>
            <p:cNvSpPr/>
            <p:nvPr/>
          </p:nvSpPr>
          <p:spPr>
            <a:xfrm>
              <a:off x="6237975" y="4106175"/>
              <a:ext cx="16150" cy="11925"/>
            </a:xfrm>
            <a:custGeom>
              <a:rect b="b" l="l" r="r" t="t"/>
              <a:pathLst>
                <a:path extrusionOk="0" h="477" w="646">
                  <a:moveTo>
                    <a:pt x="1" y="1"/>
                  </a:moveTo>
                  <a:lnTo>
                    <a:pt x="1" y="477"/>
                  </a:lnTo>
                  <a:lnTo>
                    <a:pt x="646" y="477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3"/>
            <p:cNvSpPr/>
            <p:nvPr/>
          </p:nvSpPr>
          <p:spPr>
            <a:xfrm>
              <a:off x="6148625" y="4106175"/>
              <a:ext cx="83050" cy="11925"/>
            </a:xfrm>
            <a:custGeom>
              <a:rect b="b" l="l" r="r" t="t"/>
              <a:pathLst>
                <a:path extrusionOk="0" h="477" w="3322">
                  <a:moveTo>
                    <a:pt x="1" y="1"/>
                  </a:moveTo>
                  <a:lnTo>
                    <a:pt x="1" y="477"/>
                  </a:lnTo>
                  <a:lnTo>
                    <a:pt x="3321" y="477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6107400" y="4060450"/>
              <a:ext cx="11650" cy="12175"/>
            </a:xfrm>
            <a:custGeom>
              <a:rect b="b" l="l" r="r" t="t"/>
              <a:pathLst>
                <a:path extrusionOk="0" h="487" w="466">
                  <a:moveTo>
                    <a:pt x="0" y="0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6107400" y="4081850"/>
              <a:ext cx="11650" cy="12200"/>
            </a:xfrm>
            <a:custGeom>
              <a:rect b="b" l="l" r="r" t="t"/>
              <a:pathLst>
                <a:path extrusionOk="0" h="488" w="466">
                  <a:moveTo>
                    <a:pt x="0" y="1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6167675" y="4163025"/>
              <a:ext cx="14825" cy="15350"/>
            </a:xfrm>
            <a:custGeom>
              <a:rect b="b" l="l" r="r" t="t"/>
              <a:pathLst>
                <a:path extrusionOk="0" h="614" w="593">
                  <a:moveTo>
                    <a:pt x="423" y="0"/>
                  </a:moveTo>
                  <a:lnTo>
                    <a:pt x="0" y="613"/>
                  </a:lnTo>
                  <a:lnTo>
                    <a:pt x="180" y="61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6107400" y="4199225"/>
              <a:ext cx="180050" cy="10350"/>
            </a:xfrm>
            <a:custGeom>
              <a:rect b="b" l="l" r="r" t="t"/>
              <a:pathLst>
                <a:path extrusionOk="0" h="414" w="7202">
                  <a:moveTo>
                    <a:pt x="0" y="1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6107400" y="4222500"/>
              <a:ext cx="180050" cy="10325"/>
            </a:xfrm>
            <a:custGeom>
              <a:rect b="b" l="l" r="r" t="t"/>
              <a:pathLst>
                <a:path extrusionOk="0" h="413" w="7202">
                  <a:moveTo>
                    <a:pt x="0" y="0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6635325" y="3894700"/>
              <a:ext cx="539050" cy="178725"/>
            </a:xfrm>
            <a:custGeom>
              <a:rect b="b" l="l" r="r" t="t"/>
              <a:pathLst>
                <a:path extrusionOk="0" h="7149" w="21562">
                  <a:moveTo>
                    <a:pt x="899" y="0"/>
                  </a:moveTo>
                  <a:cubicBezTo>
                    <a:pt x="402" y="0"/>
                    <a:pt x="0" y="402"/>
                    <a:pt x="0" y="888"/>
                  </a:cubicBezTo>
                  <a:lnTo>
                    <a:pt x="0" y="6260"/>
                  </a:lnTo>
                  <a:cubicBezTo>
                    <a:pt x="0" y="6757"/>
                    <a:pt x="402" y="7148"/>
                    <a:pt x="899" y="7148"/>
                  </a:cubicBezTo>
                  <a:lnTo>
                    <a:pt x="20673" y="7148"/>
                  </a:lnTo>
                  <a:cubicBezTo>
                    <a:pt x="21170" y="7148"/>
                    <a:pt x="21561" y="6757"/>
                    <a:pt x="21561" y="6260"/>
                  </a:cubicBezTo>
                  <a:lnTo>
                    <a:pt x="21561" y="888"/>
                  </a:lnTo>
                  <a:cubicBezTo>
                    <a:pt x="21561" y="402"/>
                    <a:pt x="21170" y="0"/>
                    <a:pt x="20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6795775" y="3943075"/>
              <a:ext cx="324125" cy="120575"/>
            </a:xfrm>
            <a:custGeom>
              <a:rect b="b" l="l" r="r" t="t"/>
              <a:pathLst>
                <a:path extrusionOk="0" fill="none" h="4823" w="12965">
                  <a:moveTo>
                    <a:pt x="1" y="2686"/>
                  </a:moveTo>
                  <a:cubicBezTo>
                    <a:pt x="1" y="2686"/>
                    <a:pt x="1090" y="0"/>
                    <a:pt x="4220" y="645"/>
                  </a:cubicBezTo>
                  <a:cubicBezTo>
                    <a:pt x="7350" y="1290"/>
                    <a:pt x="8936" y="4822"/>
                    <a:pt x="12965" y="1935"/>
                  </a:cubicBezTo>
                </a:path>
              </a:pathLst>
            </a:custGeom>
            <a:noFill/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7037925" y="4013925"/>
              <a:ext cx="11125" cy="11125"/>
            </a:xfrm>
            <a:custGeom>
              <a:rect b="b" l="l" r="r" t="t"/>
              <a:pathLst>
                <a:path extrusionOk="0" h="445" w="445">
                  <a:moveTo>
                    <a:pt x="1" y="0"/>
                  </a:moveTo>
                  <a:lnTo>
                    <a:pt x="1" y="444"/>
                  </a:lnTo>
                  <a:lnTo>
                    <a:pt x="445" y="444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3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fill="none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fill="none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6869000" y="3950475"/>
              <a:ext cx="11125" cy="11400"/>
            </a:xfrm>
            <a:custGeom>
              <a:rect b="b" l="l" r="r" t="t"/>
              <a:pathLst>
                <a:path extrusionOk="0" h="456" w="445">
                  <a:moveTo>
                    <a:pt x="1" y="0"/>
                  </a:moveTo>
                  <a:lnTo>
                    <a:pt x="1" y="455"/>
                  </a:lnTo>
                  <a:lnTo>
                    <a:pt x="445" y="455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3"/>
            <p:cNvSpPr/>
            <p:nvPr/>
          </p:nvSpPr>
          <p:spPr>
            <a:xfrm>
              <a:off x="6606775" y="3926950"/>
              <a:ext cx="139325" cy="192475"/>
            </a:xfrm>
            <a:custGeom>
              <a:rect b="b" l="l" r="r" t="t"/>
              <a:pathLst>
                <a:path extrusionOk="0" h="7699" w="5573">
                  <a:moveTo>
                    <a:pt x="645" y="0"/>
                  </a:moveTo>
                  <a:cubicBezTo>
                    <a:pt x="296" y="0"/>
                    <a:pt x="0" y="286"/>
                    <a:pt x="0" y="645"/>
                  </a:cubicBezTo>
                  <a:lnTo>
                    <a:pt x="0" y="7053"/>
                  </a:lnTo>
                  <a:cubicBezTo>
                    <a:pt x="0" y="7413"/>
                    <a:pt x="296" y="7698"/>
                    <a:pt x="645" y="7698"/>
                  </a:cubicBezTo>
                  <a:lnTo>
                    <a:pt x="4917" y="7698"/>
                  </a:lnTo>
                  <a:cubicBezTo>
                    <a:pt x="5277" y="7698"/>
                    <a:pt x="5573" y="7413"/>
                    <a:pt x="5573" y="7053"/>
                  </a:cubicBezTo>
                  <a:lnTo>
                    <a:pt x="5573" y="645"/>
                  </a:lnTo>
                  <a:cubicBezTo>
                    <a:pt x="5573" y="286"/>
                    <a:pt x="5277" y="0"/>
                    <a:pt x="4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3"/>
            <p:cNvSpPr/>
            <p:nvPr/>
          </p:nvSpPr>
          <p:spPr>
            <a:xfrm>
              <a:off x="6628700" y="3954175"/>
              <a:ext cx="79075" cy="11125"/>
            </a:xfrm>
            <a:custGeom>
              <a:rect b="b" l="l" r="r" t="t"/>
              <a:pathLst>
                <a:path extrusionOk="0" h="445" w="3163">
                  <a:moveTo>
                    <a:pt x="1" y="0"/>
                  </a:moveTo>
                  <a:lnTo>
                    <a:pt x="1" y="445"/>
                  </a:lnTo>
                  <a:lnTo>
                    <a:pt x="3162" y="445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3"/>
            <p:cNvSpPr/>
            <p:nvPr/>
          </p:nvSpPr>
          <p:spPr>
            <a:xfrm>
              <a:off x="6628700" y="3978750"/>
              <a:ext cx="79075" cy="10875"/>
            </a:xfrm>
            <a:custGeom>
              <a:rect b="b" l="l" r="r" t="t"/>
              <a:pathLst>
                <a:path extrusionOk="0" h="435" w="3163">
                  <a:moveTo>
                    <a:pt x="1" y="1"/>
                  </a:moveTo>
                  <a:lnTo>
                    <a:pt x="1" y="434"/>
                  </a:lnTo>
                  <a:lnTo>
                    <a:pt x="3162" y="434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3"/>
            <p:cNvSpPr/>
            <p:nvPr/>
          </p:nvSpPr>
          <p:spPr>
            <a:xfrm>
              <a:off x="6628700" y="4003075"/>
              <a:ext cx="29650" cy="10875"/>
            </a:xfrm>
            <a:custGeom>
              <a:rect b="b" l="l" r="r" t="t"/>
              <a:pathLst>
                <a:path extrusionOk="0" h="435" w="1186">
                  <a:moveTo>
                    <a:pt x="1" y="1"/>
                  </a:moveTo>
                  <a:lnTo>
                    <a:pt x="1" y="434"/>
                  </a:lnTo>
                  <a:lnTo>
                    <a:pt x="1185" y="434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3"/>
            <p:cNvSpPr/>
            <p:nvPr/>
          </p:nvSpPr>
          <p:spPr>
            <a:xfrm>
              <a:off x="6628700" y="4028200"/>
              <a:ext cx="51575" cy="10850"/>
            </a:xfrm>
            <a:custGeom>
              <a:rect b="b" l="l" r="r" t="t"/>
              <a:pathLst>
                <a:path extrusionOk="0" h="434" w="2063">
                  <a:moveTo>
                    <a:pt x="1" y="0"/>
                  </a:moveTo>
                  <a:lnTo>
                    <a:pt x="1" y="434"/>
                  </a:lnTo>
                  <a:lnTo>
                    <a:pt x="2063" y="434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6628700" y="4052525"/>
              <a:ext cx="34650" cy="10850"/>
            </a:xfrm>
            <a:custGeom>
              <a:rect b="b" l="l" r="r" t="t"/>
              <a:pathLst>
                <a:path extrusionOk="0" h="434" w="1386">
                  <a:moveTo>
                    <a:pt x="1" y="0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6628700" y="4076825"/>
              <a:ext cx="34650" cy="10875"/>
            </a:xfrm>
            <a:custGeom>
              <a:rect b="b" l="l" r="r" t="t"/>
              <a:pathLst>
                <a:path extrusionOk="0" h="435" w="1386">
                  <a:moveTo>
                    <a:pt x="1" y="1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6361700" y="4177550"/>
              <a:ext cx="600375" cy="61625"/>
            </a:xfrm>
            <a:custGeom>
              <a:rect b="b" l="l" r="r" t="t"/>
              <a:pathLst>
                <a:path extrusionOk="0" fill="none" h="2465" w="24015">
                  <a:moveTo>
                    <a:pt x="24015" y="329"/>
                  </a:moveTo>
                  <a:lnTo>
                    <a:pt x="23243" y="931"/>
                  </a:lnTo>
                  <a:lnTo>
                    <a:pt x="22133" y="1132"/>
                  </a:lnTo>
                  <a:cubicBezTo>
                    <a:pt x="22133" y="1132"/>
                    <a:pt x="21086" y="1069"/>
                    <a:pt x="20991" y="1069"/>
                  </a:cubicBezTo>
                  <a:cubicBezTo>
                    <a:pt x="20885" y="1069"/>
                    <a:pt x="20187" y="498"/>
                    <a:pt x="20187" y="498"/>
                  </a:cubicBezTo>
                  <a:lnTo>
                    <a:pt x="18876" y="32"/>
                  </a:lnTo>
                  <a:lnTo>
                    <a:pt x="17966" y="371"/>
                  </a:lnTo>
                  <a:lnTo>
                    <a:pt x="16898" y="128"/>
                  </a:lnTo>
                  <a:lnTo>
                    <a:pt x="15291" y="32"/>
                  </a:lnTo>
                  <a:lnTo>
                    <a:pt x="13747" y="635"/>
                  </a:lnTo>
                  <a:lnTo>
                    <a:pt x="12468" y="836"/>
                  </a:lnTo>
                  <a:lnTo>
                    <a:pt x="11326" y="1206"/>
                  </a:lnTo>
                  <a:lnTo>
                    <a:pt x="10057" y="1301"/>
                  </a:lnTo>
                  <a:lnTo>
                    <a:pt x="8682" y="233"/>
                  </a:lnTo>
                  <a:lnTo>
                    <a:pt x="7403" y="1"/>
                  </a:lnTo>
                  <a:lnTo>
                    <a:pt x="6091" y="730"/>
                  </a:lnTo>
                  <a:lnTo>
                    <a:pt x="5055" y="1069"/>
                  </a:lnTo>
                  <a:lnTo>
                    <a:pt x="3871" y="1037"/>
                  </a:lnTo>
                  <a:lnTo>
                    <a:pt x="2390" y="1946"/>
                  </a:lnTo>
                  <a:lnTo>
                    <a:pt x="1502" y="1946"/>
                  </a:lnTo>
                  <a:lnTo>
                    <a:pt x="1" y="2465"/>
                  </a:lnTo>
                </a:path>
              </a:pathLst>
            </a:custGeom>
            <a:noFill/>
            <a:ln cap="flat" cmpd="sng" w="3425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3"/>
            <p:cNvSpPr/>
            <p:nvPr/>
          </p:nvSpPr>
          <p:spPr>
            <a:xfrm>
              <a:off x="6362225" y="4239675"/>
              <a:ext cx="600650" cy="25"/>
            </a:xfrm>
            <a:custGeom>
              <a:rect b="b" l="l" r="r" t="t"/>
              <a:pathLst>
                <a:path extrusionOk="0" fill="none" h="1" w="24026">
                  <a:moveTo>
                    <a:pt x="1" y="1"/>
                  </a:moveTo>
                  <a:lnTo>
                    <a:pt x="24026" y="1"/>
                  </a:lnTo>
                </a:path>
              </a:pathLst>
            </a:custGeom>
            <a:noFill/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3"/>
            <p:cNvSpPr/>
            <p:nvPr/>
          </p:nvSpPr>
          <p:spPr>
            <a:xfrm>
              <a:off x="6356425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0" y="1"/>
                  </a:moveTo>
                  <a:lnTo>
                    <a:pt x="0" y="603"/>
                  </a:lnTo>
                  <a:lnTo>
                    <a:pt x="243" y="603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6959150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1" y="1"/>
                  </a:moveTo>
                  <a:lnTo>
                    <a:pt x="1" y="603"/>
                  </a:lnTo>
                  <a:lnTo>
                    <a:pt x="244" y="60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6962325" y="4189175"/>
              <a:ext cx="25" cy="50525"/>
            </a:xfrm>
            <a:custGeom>
              <a:rect b="b" l="l" r="r" t="t"/>
              <a:pathLst>
                <a:path extrusionOk="0" fill="none" h="2021" w="1">
                  <a:moveTo>
                    <a:pt x="1" y="2021"/>
                  </a:moveTo>
                  <a:lnTo>
                    <a:pt x="1" y="1"/>
                  </a:lnTo>
                </a:path>
              </a:pathLst>
            </a:custGeom>
            <a:solidFill>
              <a:schemeClr val="lt2"/>
            </a:solidFill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3"/>
            <p:cNvSpPr/>
            <p:nvPr/>
          </p:nvSpPr>
          <p:spPr>
            <a:xfrm>
              <a:off x="6955975" y="4181775"/>
              <a:ext cx="9550" cy="9550"/>
            </a:xfrm>
            <a:custGeom>
              <a:rect b="b" l="l" r="r" t="t"/>
              <a:pathLst>
                <a:path extrusionOk="0" h="382" w="382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2"/>
                    <a:pt x="191" y="382"/>
                  </a:cubicBezTo>
                  <a:cubicBezTo>
                    <a:pt x="297" y="382"/>
                    <a:pt x="381" y="297"/>
                    <a:pt x="381" y="191"/>
                  </a:cubicBezTo>
                  <a:cubicBezTo>
                    <a:pt x="381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6501025" y="4261625"/>
              <a:ext cx="373300" cy="6625"/>
            </a:xfrm>
            <a:custGeom>
              <a:rect b="b" l="l" r="r" t="t"/>
              <a:pathLst>
                <a:path extrusionOk="0" h="265" w="14932">
                  <a:moveTo>
                    <a:pt x="0" y="0"/>
                  </a:moveTo>
                  <a:lnTo>
                    <a:pt x="0" y="265"/>
                  </a:lnTo>
                  <a:lnTo>
                    <a:pt x="14931" y="265"/>
                  </a:lnTo>
                  <a:lnTo>
                    <a:pt x="149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6501025" y="4261625"/>
              <a:ext cx="229225" cy="6625"/>
            </a:xfrm>
            <a:custGeom>
              <a:rect b="b" l="l" r="r" t="t"/>
              <a:pathLst>
                <a:path extrusionOk="0" h="265" w="9169">
                  <a:moveTo>
                    <a:pt x="0" y="0"/>
                  </a:moveTo>
                  <a:lnTo>
                    <a:pt x="0" y="265"/>
                  </a:lnTo>
                  <a:lnTo>
                    <a:pt x="9168" y="265"/>
                  </a:lnTo>
                  <a:lnTo>
                    <a:pt x="9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6501025" y="4274575"/>
              <a:ext cx="183475" cy="6625"/>
            </a:xfrm>
            <a:custGeom>
              <a:rect b="b" l="l" r="r" t="t"/>
              <a:pathLst>
                <a:path extrusionOk="0" h="265" w="7339">
                  <a:moveTo>
                    <a:pt x="0" y="0"/>
                  </a:moveTo>
                  <a:lnTo>
                    <a:pt x="0" y="265"/>
                  </a:lnTo>
                  <a:lnTo>
                    <a:pt x="7339" y="265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6364350" y="4288050"/>
              <a:ext cx="45750" cy="10600"/>
            </a:xfrm>
            <a:custGeom>
              <a:rect b="b" l="l" r="r" t="t"/>
              <a:pathLst>
                <a:path extrusionOk="0" h="424" w="1830">
                  <a:moveTo>
                    <a:pt x="0" y="1"/>
                  </a:moveTo>
                  <a:lnTo>
                    <a:pt x="0" y="424"/>
                  </a:lnTo>
                  <a:lnTo>
                    <a:pt x="635" y="424"/>
                  </a:lnTo>
                  <a:lnTo>
                    <a:pt x="804" y="255"/>
                  </a:lnTo>
                  <a:lnTo>
                    <a:pt x="1713" y="255"/>
                  </a:lnTo>
                  <a:lnTo>
                    <a:pt x="1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64288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1" y="1"/>
                  </a:moveTo>
                  <a:lnTo>
                    <a:pt x="1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64444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3"/>
            <p:cNvSpPr/>
            <p:nvPr/>
          </p:nvSpPr>
          <p:spPr>
            <a:xfrm>
              <a:off x="64600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6354825" y="39108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0"/>
                  </a:moveTo>
                  <a:lnTo>
                    <a:pt x="1" y="444"/>
                  </a:lnTo>
                  <a:lnTo>
                    <a:pt x="8883" y="444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6354825" y="3910825"/>
              <a:ext cx="100750" cy="11125"/>
            </a:xfrm>
            <a:custGeom>
              <a:rect b="b" l="l" r="r" t="t"/>
              <a:pathLst>
                <a:path extrusionOk="0" h="445" w="4030">
                  <a:moveTo>
                    <a:pt x="1" y="0"/>
                  </a:moveTo>
                  <a:lnTo>
                    <a:pt x="1" y="444"/>
                  </a:lnTo>
                  <a:lnTo>
                    <a:pt x="4030" y="44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6354825" y="39396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1"/>
                  </a:moveTo>
                  <a:lnTo>
                    <a:pt x="1" y="445"/>
                  </a:lnTo>
                  <a:lnTo>
                    <a:pt x="8883" y="445"/>
                  </a:lnTo>
                  <a:lnTo>
                    <a:pt x="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6354825" y="3939625"/>
              <a:ext cx="154675" cy="11125"/>
            </a:xfrm>
            <a:custGeom>
              <a:rect b="b" l="l" r="r" t="t"/>
              <a:pathLst>
                <a:path extrusionOk="0" h="445" w="6187">
                  <a:moveTo>
                    <a:pt x="1" y="1"/>
                  </a:moveTo>
                  <a:lnTo>
                    <a:pt x="1" y="445"/>
                  </a:lnTo>
                  <a:lnTo>
                    <a:pt x="6187" y="445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6354825" y="3968450"/>
              <a:ext cx="222100" cy="11400"/>
            </a:xfrm>
            <a:custGeom>
              <a:rect b="b" l="l" r="r" t="t"/>
              <a:pathLst>
                <a:path extrusionOk="0" h="456" w="8884">
                  <a:moveTo>
                    <a:pt x="1" y="0"/>
                  </a:moveTo>
                  <a:lnTo>
                    <a:pt x="1" y="455"/>
                  </a:lnTo>
                  <a:lnTo>
                    <a:pt x="8883" y="455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6354825" y="3968450"/>
              <a:ext cx="45225" cy="11400"/>
            </a:xfrm>
            <a:custGeom>
              <a:rect b="b" l="l" r="r" t="t"/>
              <a:pathLst>
                <a:path extrusionOk="0" h="456" w="1809">
                  <a:moveTo>
                    <a:pt x="1" y="0"/>
                  </a:moveTo>
                  <a:lnTo>
                    <a:pt x="1" y="455"/>
                  </a:lnTo>
                  <a:lnTo>
                    <a:pt x="1809" y="455"/>
                  </a:lnTo>
                  <a:lnTo>
                    <a:pt x="18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67693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679420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68190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6874025" y="3755650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6920550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6967075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6681325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6727850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6774625" y="4317125"/>
              <a:ext cx="13525" cy="13525"/>
            </a:xfrm>
            <a:custGeom>
              <a:rect b="b" l="l" r="r" t="t"/>
              <a:pathLst>
                <a:path extrusionOk="0" h="541" w="541">
                  <a:moveTo>
                    <a:pt x="1" y="1"/>
                  </a:moveTo>
                  <a:lnTo>
                    <a:pt x="1" y="540"/>
                  </a:lnTo>
                  <a:lnTo>
                    <a:pt x="540" y="540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61113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613620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61610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7006750" y="3931975"/>
              <a:ext cx="120550" cy="11650"/>
            </a:xfrm>
            <a:custGeom>
              <a:rect b="b" l="l" r="r" t="t"/>
              <a:pathLst>
                <a:path extrusionOk="0" h="466" w="4822">
                  <a:moveTo>
                    <a:pt x="0" y="0"/>
                  </a:moveTo>
                  <a:lnTo>
                    <a:pt x="0" y="465"/>
                  </a:lnTo>
                  <a:lnTo>
                    <a:pt x="4822" y="465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7006750" y="3952850"/>
              <a:ext cx="35700" cy="11650"/>
            </a:xfrm>
            <a:custGeom>
              <a:rect b="b" l="l" r="r" t="t"/>
              <a:pathLst>
                <a:path extrusionOk="0" h="466" w="1428">
                  <a:moveTo>
                    <a:pt x="0" y="1"/>
                  </a:moveTo>
                  <a:lnTo>
                    <a:pt x="0" y="466"/>
                  </a:lnTo>
                  <a:lnTo>
                    <a:pt x="1428" y="466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6359600" y="4014975"/>
              <a:ext cx="81700" cy="81450"/>
            </a:xfrm>
            <a:custGeom>
              <a:rect b="b" l="l" r="r" t="t"/>
              <a:pathLst>
                <a:path extrusionOk="0" h="3258" w="3268">
                  <a:moveTo>
                    <a:pt x="1629" y="783"/>
                  </a:moveTo>
                  <a:cubicBezTo>
                    <a:pt x="2104" y="783"/>
                    <a:pt x="2485" y="1164"/>
                    <a:pt x="2485" y="1629"/>
                  </a:cubicBezTo>
                  <a:cubicBezTo>
                    <a:pt x="2485" y="2105"/>
                    <a:pt x="2104" y="2485"/>
                    <a:pt x="1629" y="2485"/>
                  </a:cubicBezTo>
                  <a:cubicBezTo>
                    <a:pt x="1163" y="2485"/>
                    <a:pt x="783" y="2105"/>
                    <a:pt x="783" y="1629"/>
                  </a:cubicBezTo>
                  <a:cubicBezTo>
                    <a:pt x="783" y="1164"/>
                    <a:pt x="1163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0" y="730"/>
                    <a:pt x="0" y="1629"/>
                  </a:cubicBezTo>
                  <a:cubicBezTo>
                    <a:pt x="0" y="2528"/>
                    <a:pt x="730" y="3257"/>
                    <a:pt x="1629" y="3257"/>
                  </a:cubicBezTo>
                  <a:cubicBezTo>
                    <a:pt x="2538" y="3257"/>
                    <a:pt x="3268" y="2528"/>
                    <a:pt x="3268" y="1629"/>
                  </a:cubicBezTo>
                  <a:cubicBezTo>
                    <a:pt x="3268" y="730"/>
                    <a:pt x="253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6360650" y="4014975"/>
              <a:ext cx="79600" cy="36775"/>
            </a:xfrm>
            <a:custGeom>
              <a:rect b="b" l="l" r="r" t="t"/>
              <a:pathLst>
                <a:path extrusionOk="0" h="1471" w="3184">
                  <a:moveTo>
                    <a:pt x="1587" y="1"/>
                  </a:moveTo>
                  <a:cubicBezTo>
                    <a:pt x="942" y="1"/>
                    <a:pt x="392" y="371"/>
                    <a:pt x="127" y="910"/>
                  </a:cubicBezTo>
                  <a:cubicBezTo>
                    <a:pt x="0" y="1174"/>
                    <a:pt x="191" y="1470"/>
                    <a:pt x="476" y="1470"/>
                  </a:cubicBezTo>
                  <a:cubicBezTo>
                    <a:pt x="635" y="1470"/>
                    <a:pt x="762" y="1375"/>
                    <a:pt x="836" y="1248"/>
                  </a:cubicBezTo>
                  <a:cubicBezTo>
                    <a:pt x="973" y="973"/>
                    <a:pt x="1259" y="783"/>
                    <a:pt x="1587" y="783"/>
                  </a:cubicBezTo>
                  <a:cubicBezTo>
                    <a:pt x="1925" y="783"/>
                    <a:pt x="2210" y="973"/>
                    <a:pt x="2348" y="1248"/>
                  </a:cubicBezTo>
                  <a:cubicBezTo>
                    <a:pt x="2411" y="1375"/>
                    <a:pt x="2549" y="1470"/>
                    <a:pt x="2697" y="1470"/>
                  </a:cubicBezTo>
                  <a:cubicBezTo>
                    <a:pt x="2982" y="1470"/>
                    <a:pt x="3183" y="1174"/>
                    <a:pt x="3056" y="910"/>
                  </a:cubicBezTo>
                  <a:cubicBezTo>
                    <a:pt x="2792" y="371"/>
                    <a:pt x="2232" y="1"/>
                    <a:pt x="15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6469025" y="4014975"/>
              <a:ext cx="81450" cy="81450"/>
            </a:xfrm>
            <a:custGeom>
              <a:rect b="b" l="l" r="r" t="t"/>
              <a:pathLst>
                <a:path extrusionOk="0" h="3258" w="3258">
                  <a:moveTo>
                    <a:pt x="1629" y="783"/>
                  </a:moveTo>
                  <a:cubicBezTo>
                    <a:pt x="2095" y="783"/>
                    <a:pt x="2475" y="1164"/>
                    <a:pt x="2475" y="1629"/>
                  </a:cubicBezTo>
                  <a:cubicBezTo>
                    <a:pt x="2475" y="2094"/>
                    <a:pt x="2095" y="2475"/>
                    <a:pt x="1629" y="2475"/>
                  </a:cubicBezTo>
                  <a:cubicBezTo>
                    <a:pt x="1164" y="2475"/>
                    <a:pt x="773" y="2094"/>
                    <a:pt x="773" y="1629"/>
                  </a:cubicBezTo>
                  <a:cubicBezTo>
                    <a:pt x="773" y="1164"/>
                    <a:pt x="1164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1" y="730"/>
                    <a:pt x="1" y="1629"/>
                  </a:cubicBezTo>
                  <a:cubicBezTo>
                    <a:pt x="1" y="2528"/>
                    <a:pt x="730" y="3257"/>
                    <a:pt x="1629" y="3257"/>
                  </a:cubicBezTo>
                  <a:cubicBezTo>
                    <a:pt x="2528" y="3257"/>
                    <a:pt x="3258" y="2528"/>
                    <a:pt x="3258" y="1629"/>
                  </a:cubicBezTo>
                  <a:cubicBezTo>
                    <a:pt x="3258" y="730"/>
                    <a:pt x="252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6469025" y="4018200"/>
              <a:ext cx="36775" cy="75225"/>
            </a:xfrm>
            <a:custGeom>
              <a:rect b="b" l="l" r="r" t="t"/>
              <a:pathLst>
                <a:path extrusionOk="0" h="3009" w="1471">
                  <a:moveTo>
                    <a:pt x="1079" y="1"/>
                  </a:moveTo>
                  <a:cubicBezTo>
                    <a:pt x="1023" y="1"/>
                    <a:pt x="965" y="13"/>
                    <a:pt x="910" y="41"/>
                  </a:cubicBezTo>
                  <a:cubicBezTo>
                    <a:pt x="371" y="305"/>
                    <a:pt x="1" y="855"/>
                    <a:pt x="1" y="1500"/>
                  </a:cubicBezTo>
                  <a:cubicBezTo>
                    <a:pt x="1" y="2145"/>
                    <a:pt x="371" y="2705"/>
                    <a:pt x="910" y="2970"/>
                  </a:cubicBezTo>
                  <a:cubicBezTo>
                    <a:pt x="964" y="2996"/>
                    <a:pt x="1019" y="3009"/>
                    <a:pt x="1074" y="3009"/>
                  </a:cubicBezTo>
                  <a:cubicBezTo>
                    <a:pt x="1279" y="3009"/>
                    <a:pt x="1471" y="2836"/>
                    <a:pt x="1471" y="2610"/>
                  </a:cubicBezTo>
                  <a:cubicBezTo>
                    <a:pt x="1471" y="2462"/>
                    <a:pt x="1376" y="2325"/>
                    <a:pt x="1238" y="2261"/>
                  </a:cubicBezTo>
                  <a:cubicBezTo>
                    <a:pt x="963" y="2124"/>
                    <a:pt x="783" y="1828"/>
                    <a:pt x="783" y="1500"/>
                  </a:cubicBezTo>
                  <a:cubicBezTo>
                    <a:pt x="783" y="1172"/>
                    <a:pt x="963" y="887"/>
                    <a:pt x="1238" y="749"/>
                  </a:cubicBezTo>
                  <a:cubicBezTo>
                    <a:pt x="1376" y="675"/>
                    <a:pt x="1471" y="538"/>
                    <a:pt x="1471" y="390"/>
                  </a:cubicBezTo>
                  <a:cubicBezTo>
                    <a:pt x="1471" y="166"/>
                    <a:pt x="1282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6220000" y="3929050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1"/>
                  </a:moveTo>
                  <a:lnTo>
                    <a:pt x="1" y="255"/>
                  </a:lnTo>
                  <a:lnTo>
                    <a:pt x="868" y="25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6220000" y="3943325"/>
              <a:ext cx="21700" cy="6650"/>
            </a:xfrm>
            <a:custGeom>
              <a:rect b="b" l="l" r="r" t="t"/>
              <a:pathLst>
                <a:path extrusionOk="0" h="266" w="868">
                  <a:moveTo>
                    <a:pt x="1" y="1"/>
                  </a:moveTo>
                  <a:lnTo>
                    <a:pt x="1" y="265"/>
                  </a:lnTo>
                  <a:lnTo>
                    <a:pt x="868" y="2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6220000" y="395787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6220000" y="403242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6220000" y="3978750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1"/>
                  </a:moveTo>
                  <a:lnTo>
                    <a:pt x="1" y="255"/>
                  </a:lnTo>
                  <a:lnTo>
                    <a:pt x="1259" y="25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6220000" y="3993025"/>
              <a:ext cx="31500" cy="6650"/>
            </a:xfrm>
            <a:custGeom>
              <a:rect b="b" l="l" r="r" t="t"/>
              <a:pathLst>
                <a:path extrusionOk="0" h="266" w="1260">
                  <a:moveTo>
                    <a:pt x="1" y="1"/>
                  </a:moveTo>
                  <a:lnTo>
                    <a:pt x="1" y="265"/>
                  </a:lnTo>
                  <a:lnTo>
                    <a:pt x="1259" y="26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6220000" y="4007575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0"/>
                  </a:moveTo>
                  <a:lnTo>
                    <a:pt x="1" y="254"/>
                  </a:lnTo>
                  <a:lnTo>
                    <a:pt x="1259" y="254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6588250" y="4317675"/>
              <a:ext cx="380175" cy="29625"/>
            </a:xfrm>
            <a:custGeom>
              <a:rect b="b" l="l" r="r" t="t"/>
              <a:pathLst>
                <a:path extrusionOk="0" fill="none" h="1185" w="15207">
                  <a:moveTo>
                    <a:pt x="1" y="444"/>
                  </a:moveTo>
                  <a:lnTo>
                    <a:pt x="1344" y="444"/>
                  </a:lnTo>
                  <a:lnTo>
                    <a:pt x="2084" y="1184"/>
                  </a:lnTo>
                  <a:lnTo>
                    <a:pt x="9835" y="1184"/>
                  </a:lnTo>
                  <a:lnTo>
                    <a:pt x="11030" y="0"/>
                  </a:lnTo>
                  <a:lnTo>
                    <a:pt x="15207" y="0"/>
                  </a:lnTo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6568700" y="4319525"/>
              <a:ext cx="19575" cy="19575"/>
            </a:xfrm>
            <a:custGeom>
              <a:rect b="b" l="l" r="r" t="t"/>
              <a:pathLst>
                <a:path extrusionOk="0" fill="none" h="783" w="783">
                  <a:moveTo>
                    <a:pt x="783" y="391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1"/>
                  </a:cubicBezTo>
                  <a:cubicBezTo>
                    <a:pt x="0" y="169"/>
                    <a:pt x="170" y="0"/>
                    <a:pt x="392" y="0"/>
                  </a:cubicBezTo>
                  <a:cubicBezTo>
                    <a:pt x="603" y="0"/>
                    <a:pt x="783" y="169"/>
                    <a:pt x="783" y="391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6968675" y="4307350"/>
              <a:ext cx="19575" cy="19600"/>
            </a:xfrm>
            <a:custGeom>
              <a:rect b="b" l="l" r="r" t="t"/>
              <a:pathLst>
                <a:path extrusionOk="0" fill="none" h="784" w="783">
                  <a:moveTo>
                    <a:pt x="783" y="392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2"/>
                  </a:cubicBezTo>
                  <a:cubicBezTo>
                    <a:pt x="0" y="170"/>
                    <a:pt x="170" y="1"/>
                    <a:pt x="392" y="1"/>
                  </a:cubicBezTo>
                  <a:cubicBezTo>
                    <a:pt x="603" y="1"/>
                    <a:pt x="783" y="170"/>
                    <a:pt x="783" y="392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4"/>
          <p:cNvSpPr txBox="1"/>
          <p:nvPr>
            <p:ph idx="1" type="body"/>
          </p:nvPr>
        </p:nvSpPr>
        <p:spPr>
          <a:xfrm>
            <a:off x="720000" y="1401575"/>
            <a:ext cx="54906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 the benefits of Version Control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No need to connect to central server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Can work without internet connection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Independent developers can merge </a:t>
            </a:r>
            <a:r>
              <a:rPr lang="en"/>
              <a:t>their</a:t>
            </a:r>
            <a:r>
              <a:rPr lang="en"/>
              <a:t> work later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Allows for collaborative development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Allows you to know who </a:t>
            </a:r>
            <a:r>
              <a:rPr lang="en"/>
              <a:t>made</a:t>
            </a:r>
            <a:r>
              <a:rPr lang="en"/>
              <a:t> what changes and when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Allows the repository owner to review changes before merge their code</a:t>
            </a:r>
            <a:endParaRPr/>
          </a:p>
        </p:txBody>
      </p:sp>
      <p:sp>
        <p:nvSpPr>
          <p:cNvPr id="695" name="Google Shape;695;p34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using </a:t>
            </a:r>
            <a:r>
              <a:rPr lang="en"/>
              <a:t>Git</a:t>
            </a:r>
            <a:endParaRPr/>
          </a:p>
        </p:txBody>
      </p:sp>
      <p:grpSp>
        <p:nvGrpSpPr>
          <p:cNvPr id="696" name="Google Shape;696;p34"/>
          <p:cNvGrpSpPr/>
          <p:nvPr/>
        </p:nvGrpSpPr>
        <p:grpSpPr>
          <a:xfrm>
            <a:off x="6681462" y="1863912"/>
            <a:ext cx="1799783" cy="1521057"/>
            <a:chOff x="5998200" y="3546525"/>
            <a:chExt cx="1176175" cy="994025"/>
          </a:xfrm>
        </p:grpSpPr>
        <p:sp>
          <p:nvSpPr>
            <p:cNvPr id="697" name="Google Shape;697;p34"/>
            <p:cNvSpPr/>
            <p:nvPr/>
          </p:nvSpPr>
          <p:spPr>
            <a:xfrm>
              <a:off x="6293775" y="4465975"/>
              <a:ext cx="474525" cy="74575"/>
            </a:xfrm>
            <a:custGeom>
              <a:rect b="b" l="l" r="r" t="t"/>
              <a:pathLst>
                <a:path extrusionOk="0" h="2983" w="18981">
                  <a:moveTo>
                    <a:pt x="7804" y="0"/>
                  </a:moveTo>
                  <a:lnTo>
                    <a:pt x="6937" y="1597"/>
                  </a:lnTo>
                  <a:lnTo>
                    <a:pt x="698" y="1597"/>
                  </a:lnTo>
                  <a:cubicBezTo>
                    <a:pt x="317" y="1597"/>
                    <a:pt x="0" y="1904"/>
                    <a:pt x="0" y="2284"/>
                  </a:cubicBezTo>
                  <a:cubicBezTo>
                    <a:pt x="0" y="2676"/>
                    <a:pt x="307" y="2982"/>
                    <a:pt x="698" y="2982"/>
                  </a:cubicBezTo>
                  <a:lnTo>
                    <a:pt x="18283" y="2982"/>
                  </a:lnTo>
                  <a:cubicBezTo>
                    <a:pt x="18664" y="2982"/>
                    <a:pt x="18981" y="2676"/>
                    <a:pt x="18981" y="2284"/>
                  </a:cubicBezTo>
                  <a:cubicBezTo>
                    <a:pt x="18981" y="1904"/>
                    <a:pt x="18664" y="1597"/>
                    <a:pt x="18283" y="1597"/>
                  </a:cubicBezTo>
                  <a:lnTo>
                    <a:pt x="12044" y="1597"/>
                  </a:lnTo>
                  <a:lnTo>
                    <a:pt x="11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6494950" y="44300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6494950" y="4395125"/>
              <a:ext cx="72175" cy="21175"/>
            </a:xfrm>
            <a:custGeom>
              <a:rect b="b" l="l" r="r" t="t"/>
              <a:pathLst>
                <a:path extrusionOk="0" h="847" w="2887">
                  <a:moveTo>
                    <a:pt x="0" y="0"/>
                  </a:moveTo>
                  <a:lnTo>
                    <a:pt x="0" y="846"/>
                  </a:lnTo>
                  <a:lnTo>
                    <a:pt x="2887" y="846"/>
                  </a:lnTo>
                  <a:lnTo>
                    <a:pt x="28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6442600" y="3546525"/>
              <a:ext cx="354275" cy="354275"/>
            </a:xfrm>
            <a:custGeom>
              <a:rect b="b" l="l" r="r" t="t"/>
              <a:pathLst>
                <a:path extrusionOk="0" h="14171" w="14171">
                  <a:moveTo>
                    <a:pt x="7085" y="4231"/>
                  </a:moveTo>
                  <a:cubicBezTo>
                    <a:pt x="8661" y="4231"/>
                    <a:pt x="9940" y="5510"/>
                    <a:pt x="9940" y="7086"/>
                  </a:cubicBezTo>
                  <a:cubicBezTo>
                    <a:pt x="9940" y="8661"/>
                    <a:pt x="8661" y="9941"/>
                    <a:pt x="7085" y="9941"/>
                  </a:cubicBezTo>
                  <a:cubicBezTo>
                    <a:pt x="5510" y="9941"/>
                    <a:pt x="4241" y="8661"/>
                    <a:pt x="4241" y="7086"/>
                  </a:cubicBezTo>
                  <a:cubicBezTo>
                    <a:pt x="4241" y="5510"/>
                    <a:pt x="5510" y="4231"/>
                    <a:pt x="7085" y="4231"/>
                  </a:cubicBezTo>
                  <a:close/>
                  <a:moveTo>
                    <a:pt x="6292" y="1"/>
                  </a:moveTo>
                  <a:cubicBezTo>
                    <a:pt x="5975" y="1"/>
                    <a:pt x="5732" y="255"/>
                    <a:pt x="5732" y="561"/>
                  </a:cubicBezTo>
                  <a:lnTo>
                    <a:pt x="5732" y="1280"/>
                  </a:lnTo>
                  <a:cubicBezTo>
                    <a:pt x="5087" y="1428"/>
                    <a:pt x="4484" y="1682"/>
                    <a:pt x="3945" y="2021"/>
                  </a:cubicBezTo>
                  <a:lnTo>
                    <a:pt x="3437" y="1513"/>
                  </a:lnTo>
                  <a:cubicBezTo>
                    <a:pt x="3326" y="1402"/>
                    <a:pt x="3183" y="1346"/>
                    <a:pt x="3041" y="1346"/>
                  </a:cubicBezTo>
                  <a:cubicBezTo>
                    <a:pt x="2898" y="1346"/>
                    <a:pt x="2755" y="1402"/>
                    <a:pt x="2644" y="1513"/>
                  </a:cubicBezTo>
                  <a:lnTo>
                    <a:pt x="1513" y="2644"/>
                  </a:lnTo>
                  <a:cubicBezTo>
                    <a:pt x="1290" y="2867"/>
                    <a:pt x="1290" y="3215"/>
                    <a:pt x="1513" y="3438"/>
                  </a:cubicBezTo>
                  <a:lnTo>
                    <a:pt x="2020" y="3945"/>
                  </a:lnTo>
                  <a:cubicBezTo>
                    <a:pt x="1682" y="4484"/>
                    <a:pt x="1439" y="5087"/>
                    <a:pt x="1280" y="5722"/>
                  </a:cubicBezTo>
                  <a:lnTo>
                    <a:pt x="561" y="5722"/>
                  </a:lnTo>
                  <a:cubicBezTo>
                    <a:pt x="254" y="5722"/>
                    <a:pt x="0" y="5975"/>
                    <a:pt x="0" y="6293"/>
                  </a:cubicBezTo>
                  <a:lnTo>
                    <a:pt x="0" y="7889"/>
                  </a:lnTo>
                  <a:cubicBezTo>
                    <a:pt x="0" y="8196"/>
                    <a:pt x="254" y="8450"/>
                    <a:pt x="561" y="8450"/>
                  </a:cubicBezTo>
                  <a:lnTo>
                    <a:pt x="1280" y="8450"/>
                  </a:lnTo>
                  <a:cubicBezTo>
                    <a:pt x="1439" y="9084"/>
                    <a:pt x="1682" y="9687"/>
                    <a:pt x="2020" y="10226"/>
                  </a:cubicBezTo>
                  <a:lnTo>
                    <a:pt x="1513" y="10734"/>
                  </a:lnTo>
                  <a:cubicBezTo>
                    <a:pt x="1290" y="10956"/>
                    <a:pt x="1290" y="11315"/>
                    <a:pt x="1513" y="11527"/>
                  </a:cubicBezTo>
                  <a:lnTo>
                    <a:pt x="2644" y="12658"/>
                  </a:lnTo>
                  <a:cubicBezTo>
                    <a:pt x="2755" y="12769"/>
                    <a:pt x="2898" y="12825"/>
                    <a:pt x="3041" y="12825"/>
                  </a:cubicBezTo>
                  <a:cubicBezTo>
                    <a:pt x="3183" y="12825"/>
                    <a:pt x="3326" y="12769"/>
                    <a:pt x="3437" y="12658"/>
                  </a:cubicBezTo>
                  <a:lnTo>
                    <a:pt x="3945" y="12151"/>
                  </a:lnTo>
                  <a:cubicBezTo>
                    <a:pt x="4484" y="12489"/>
                    <a:pt x="5087" y="12743"/>
                    <a:pt x="5732" y="12891"/>
                  </a:cubicBezTo>
                  <a:lnTo>
                    <a:pt x="5732" y="13610"/>
                  </a:lnTo>
                  <a:cubicBezTo>
                    <a:pt x="5732" y="13917"/>
                    <a:pt x="5975" y="14170"/>
                    <a:pt x="6292" y="14170"/>
                  </a:cubicBezTo>
                  <a:lnTo>
                    <a:pt x="7889" y="14170"/>
                  </a:lnTo>
                  <a:cubicBezTo>
                    <a:pt x="8196" y="14170"/>
                    <a:pt x="8449" y="13917"/>
                    <a:pt x="8449" y="13610"/>
                  </a:cubicBezTo>
                  <a:lnTo>
                    <a:pt x="8449" y="12891"/>
                  </a:lnTo>
                  <a:cubicBezTo>
                    <a:pt x="9084" y="12743"/>
                    <a:pt x="9687" y="12489"/>
                    <a:pt x="10226" y="12151"/>
                  </a:cubicBezTo>
                  <a:lnTo>
                    <a:pt x="10733" y="12658"/>
                  </a:lnTo>
                  <a:cubicBezTo>
                    <a:pt x="10844" y="12769"/>
                    <a:pt x="10990" y="12825"/>
                    <a:pt x="11135" y="12825"/>
                  </a:cubicBezTo>
                  <a:cubicBezTo>
                    <a:pt x="11281" y="12825"/>
                    <a:pt x="11426" y="12769"/>
                    <a:pt x="11537" y="12658"/>
                  </a:cubicBezTo>
                  <a:lnTo>
                    <a:pt x="12658" y="11527"/>
                  </a:lnTo>
                  <a:cubicBezTo>
                    <a:pt x="12880" y="11315"/>
                    <a:pt x="12880" y="10956"/>
                    <a:pt x="12658" y="10734"/>
                  </a:cubicBezTo>
                  <a:lnTo>
                    <a:pt x="12150" y="10226"/>
                  </a:lnTo>
                  <a:cubicBezTo>
                    <a:pt x="12489" y="9687"/>
                    <a:pt x="12742" y="9084"/>
                    <a:pt x="12891" y="8450"/>
                  </a:cubicBezTo>
                  <a:lnTo>
                    <a:pt x="13610" y="8450"/>
                  </a:lnTo>
                  <a:cubicBezTo>
                    <a:pt x="13916" y="8450"/>
                    <a:pt x="14170" y="8196"/>
                    <a:pt x="14170" y="7889"/>
                  </a:cubicBezTo>
                  <a:lnTo>
                    <a:pt x="14170" y="6293"/>
                  </a:lnTo>
                  <a:cubicBezTo>
                    <a:pt x="14170" y="5975"/>
                    <a:pt x="13916" y="5722"/>
                    <a:pt x="13610" y="5722"/>
                  </a:cubicBezTo>
                  <a:lnTo>
                    <a:pt x="12891" y="5722"/>
                  </a:lnTo>
                  <a:cubicBezTo>
                    <a:pt x="12742" y="5087"/>
                    <a:pt x="12489" y="4484"/>
                    <a:pt x="12150" y="3945"/>
                  </a:cubicBezTo>
                  <a:lnTo>
                    <a:pt x="12658" y="3438"/>
                  </a:lnTo>
                  <a:cubicBezTo>
                    <a:pt x="12880" y="3215"/>
                    <a:pt x="12880" y="2867"/>
                    <a:pt x="12658" y="2644"/>
                  </a:cubicBezTo>
                  <a:lnTo>
                    <a:pt x="11537" y="1513"/>
                  </a:lnTo>
                  <a:cubicBezTo>
                    <a:pt x="11426" y="1402"/>
                    <a:pt x="11281" y="1346"/>
                    <a:pt x="11135" y="1346"/>
                  </a:cubicBezTo>
                  <a:cubicBezTo>
                    <a:pt x="10990" y="1346"/>
                    <a:pt x="10844" y="1402"/>
                    <a:pt x="10733" y="1513"/>
                  </a:cubicBezTo>
                  <a:lnTo>
                    <a:pt x="10226" y="2021"/>
                  </a:lnTo>
                  <a:cubicBezTo>
                    <a:pt x="9687" y="1682"/>
                    <a:pt x="9084" y="1428"/>
                    <a:pt x="8449" y="1280"/>
                  </a:cubicBezTo>
                  <a:lnTo>
                    <a:pt x="8449" y="561"/>
                  </a:lnTo>
                  <a:cubicBezTo>
                    <a:pt x="8449" y="255"/>
                    <a:pt x="8196" y="1"/>
                    <a:pt x="7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5998200" y="3716775"/>
              <a:ext cx="1065675" cy="668850"/>
            </a:xfrm>
            <a:custGeom>
              <a:rect b="b" l="l" r="r" t="t"/>
              <a:pathLst>
                <a:path extrusionOk="0" h="26754" w="42627">
                  <a:moveTo>
                    <a:pt x="1513" y="1"/>
                  </a:moveTo>
                  <a:cubicBezTo>
                    <a:pt x="678" y="1"/>
                    <a:pt x="1" y="688"/>
                    <a:pt x="1" y="1523"/>
                  </a:cubicBezTo>
                  <a:lnTo>
                    <a:pt x="1" y="25242"/>
                  </a:lnTo>
                  <a:cubicBezTo>
                    <a:pt x="1" y="26077"/>
                    <a:pt x="678" y="26754"/>
                    <a:pt x="1513" y="26754"/>
                  </a:cubicBezTo>
                  <a:lnTo>
                    <a:pt x="41114" y="26754"/>
                  </a:lnTo>
                  <a:cubicBezTo>
                    <a:pt x="41949" y="26754"/>
                    <a:pt x="42626" y="26077"/>
                    <a:pt x="42626" y="25242"/>
                  </a:cubicBezTo>
                  <a:lnTo>
                    <a:pt x="42626" y="1523"/>
                  </a:lnTo>
                  <a:cubicBezTo>
                    <a:pt x="42626" y="688"/>
                    <a:pt x="41949" y="1"/>
                    <a:pt x="41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607592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6208125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6543575" y="3799525"/>
              <a:ext cx="109750" cy="24350"/>
            </a:xfrm>
            <a:custGeom>
              <a:rect b="b" l="l" r="r" t="t"/>
              <a:pathLst>
                <a:path extrusionOk="0" h="974" w="4390">
                  <a:moveTo>
                    <a:pt x="1" y="0"/>
                  </a:moveTo>
                  <a:lnTo>
                    <a:pt x="1" y="973"/>
                  </a:lnTo>
                  <a:lnTo>
                    <a:pt x="4389" y="973"/>
                  </a:lnTo>
                  <a:lnTo>
                    <a:pt x="43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6878800" y="3799525"/>
              <a:ext cx="109975" cy="24350"/>
            </a:xfrm>
            <a:custGeom>
              <a:rect b="b" l="l" r="r" t="t"/>
              <a:pathLst>
                <a:path extrusionOk="0" h="974" w="4399">
                  <a:moveTo>
                    <a:pt x="0" y="0"/>
                  </a:moveTo>
                  <a:lnTo>
                    <a:pt x="0" y="973"/>
                  </a:lnTo>
                  <a:lnTo>
                    <a:pt x="4399" y="973"/>
                  </a:lnTo>
                  <a:lnTo>
                    <a:pt x="43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6332900" y="3799525"/>
              <a:ext cx="196700" cy="24350"/>
            </a:xfrm>
            <a:custGeom>
              <a:rect b="b" l="l" r="r" t="t"/>
              <a:pathLst>
                <a:path extrusionOk="0" h="974" w="7868">
                  <a:moveTo>
                    <a:pt x="0" y="0"/>
                  </a:moveTo>
                  <a:lnTo>
                    <a:pt x="0" y="973"/>
                  </a:lnTo>
                  <a:lnTo>
                    <a:pt x="7867" y="973"/>
                  </a:lnTo>
                  <a:lnTo>
                    <a:pt x="78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6666500" y="3799525"/>
              <a:ext cx="196450" cy="24350"/>
            </a:xfrm>
            <a:custGeom>
              <a:rect b="b" l="l" r="r" t="t"/>
              <a:pathLst>
                <a:path extrusionOk="0" h="974" w="7858">
                  <a:moveTo>
                    <a:pt x="1" y="0"/>
                  </a:moveTo>
                  <a:lnTo>
                    <a:pt x="1" y="973"/>
                  </a:lnTo>
                  <a:lnTo>
                    <a:pt x="7858" y="973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6076450" y="3780500"/>
              <a:ext cx="19325" cy="11650"/>
            </a:xfrm>
            <a:custGeom>
              <a:rect b="b" l="l" r="r" t="t"/>
              <a:pathLst>
                <a:path extrusionOk="0" h="466" w="773">
                  <a:moveTo>
                    <a:pt x="1" y="0"/>
                  </a:moveTo>
                  <a:lnTo>
                    <a:pt x="1" y="465"/>
                  </a:lnTo>
                  <a:lnTo>
                    <a:pt x="773" y="465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076450" y="3843675"/>
              <a:ext cx="200950" cy="11925"/>
            </a:xfrm>
            <a:custGeom>
              <a:rect b="b" l="l" r="r" t="t"/>
              <a:pathLst>
                <a:path extrusionOk="0" h="477" w="8038">
                  <a:moveTo>
                    <a:pt x="1" y="0"/>
                  </a:moveTo>
                  <a:lnTo>
                    <a:pt x="1" y="476"/>
                  </a:lnTo>
                  <a:lnTo>
                    <a:pt x="8037" y="476"/>
                  </a:lnTo>
                  <a:lnTo>
                    <a:pt x="80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6076450" y="3864550"/>
              <a:ext cx="59775" cy="11675"/>
            </a:xfrm>
            <a:custGeom>
              <a:rect b="b" l="l" r="r" t="t"/>
              <a:pathLst>
                <a:path extrusionOk="0" h="467" w="2391">
                  <a:moveTo>
                    <a:pt x="1" y="1"/>
                  </a:moveTo>
                  <a:lnTo>
                    <a:pt x="1" y="466"/>
                  </a:lnTo>
                  <a:lnTo>
                    <a:pt x="2391" y="466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6077775" y="3913200"/>
              <a:ext cx="236625" cy="387575"/>
            </a:xfrm>
            <a:custGeom>
              <a:rect b="b" l="l" r="r" t="t"/>
              <a:pathLst>
                <a:path extrusionOk="0" h="15503" w="9465">
                  <a:moveTo>
                    <a:pt x="1005" y="0"/>
                  </a:moveTo>
                  <a:cubicBezTo>
                    <a:pt x="445" y="0"/>
                    <a:pt x="1" y="455"/>
                    <a:pt x="1" y="1016"/>
                  </a:cubicBezTo>
                  <a:lnTo>
                    <a:pt x="1" y="14498"/>
                  </a:lnTo>
                  <a:cubicBezTo>
                    <a:pt x="1" y="15058"/>
                    <a:pt x="445" y="15502"/>
                    <a:pt x="1005" y="15502"/>
                  </a:cubicBezTo>
                  <a:lnTo>
                    <a:pt x="8460" y="15502"/>
                  </a:lnTo>
                  <a:cubicBezTo>
                    <a:pt x="9010" y="15502"/>
                    <a:pt x="9465" y="15058"/>
                    <a:pt x="9465" y="14498"/>
                  </a:cubicBezTo>
                  <a:lnTo>
                    <a:pt x="9465" y="1016"/>
                  </a:lnTo>
                  <a:cubicBezTo>
                    <a:pt x="9465" y="455"/>
                    <a:pt x="9010" y="0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6107400" y="3970025"/>
              <a:ext cx="79325" cy="12200"/>
            </a:xfrm>
            <a:custGeom>
              <a:rect b="b" l="l" r="r" t="t"/>
              <a:pathLst>
                <a:path extrusionOk="0" h="488" w="3173">
                  <a:moveTo>
                    <a:pt x="0" y="1"/>
                  </a:moveTo>
                  <a:lnTo>
                    <a:pt x="0" y="487"/>
                  </a:lnTo>
                  <a:lnTo>
                    <a:pt x="3172" y="487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6107400" y="3997275"/>
              <a:ext cx="79325" cy="11900"/>
            </a:xfrm>
            <a:custGeom>
              <a:rect b="b" l="l" r="r" t="t"/>
              <a:pathLst>
                <a:path extrusionOk="0" h="476" w="3173">
                  <a:moveTo>
                    <a:pt x="0" y="0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6107400" y="4024225"/>
              <a:ext cx="79325" cy="11925"/>
            </a:xfrm>
            <a:custGeom>
              <a:rect b="b" l="l" r="r" t="t"/>
              <a:pathLst>
                <a:path extrusionOk="0" h="477" w="3173">
                  <a:moveTo>
                    <a:pt x="0" y="1"/>
                  </a:moveTo>
                  <a:lnTo>
                    <a:pt x="0" y="476"/>
                  </a:lnTo>
                  <a:lnTo>
                    <a:pt x="3172" y="476"/>
                  </a:lnTo>
                  <a:lnTo>
                    <a:pt x="31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6107400" y="4136850"/>
              <a:ext cx="48650" cy="12175"/>
            </a:xfrm>
            <a:custGeom>
              <a:rect b="b" l="l" r="r" t="t"/>
              <a:pathLst>
                <a:path extrusionOk="0" h="487" w="1946">
                  <a:moveTo>
                    <a:pt x="0" y="0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6107400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6190675" y="4163800"/>
              <a:ext cx="48650" cy="12200"/>
            </a:xfrm>
            <a:custGeom>
              <a:rect b="b" l="l" r="r" t="t"/>
              <a:pathLst>
                <a:path extrusionOk="0" h="488" w="1946">
                  <a:moveTo>
                    <a:pt x="0" y="1"/>
                  </a:moveTo>
                  <a:lnTo>
                    <a:pt x="0" y="487"/>
                  </a:lnTo>
                  <a:lnTo>
                    <a:pt x="1946" y="487"/>
                  </a:lnTo>
                  <a:lnTo>
                    <a:pt x="1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6107400" y="4106175"/>
              <a:ext cx="30675" cy="11925"/>
            </a:xfrm>
            <a:custGeom>
              <a:rect b="b" l="l" r="r" t="t"/>
              <a:pathLst>
                <a:path extrusionOk="0" h="477" w="1227">
                  <a:moveTo>
                    <a:pt x="0" y="1"/>
                  </a:moveTo>
                  <a:lnTo>
                    <a:pt x="0" y="477"/>
                  </a:lnTo>
                  <a:lnTo>
                    <a:pt x="1227" y="477"/>
                  </a:lnTo>
                  <a:lnTo>
                    <a:pt x="12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6237975" y="4106175"/>
              <a:ext cx="16150" cy="11925"/>
            </a:xfrm>
            <a:custGeom>
              <a:rect b="b" l="l" r="r" t="t"/>
              <a:pathLst>
                <a:path extrusionOk="0" h="477" w="646">
                  <a:moveTo>
                    <a:pt x="1" y="1"/>
                  </a:moveTo>
                  <a:lnTo>
                    <a:pt x="1" y="477"/>
                  </a:lnTo>
                  <a:lnTo>
                    <a:pt x="646" y="477"/>
                  </a:lnTo>
                  <a:lnTo>
                    <a:pt x="6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6148625" y="4106175"/>
              <a:ext cx="83050" cy="11925"/>
            </a:xfrm>
            <a:custGeom>
              <a:rect b="b" l="l" r="r" t="t"/>
              <a:pathLst>
                <a:path extrusionOk="0" h="477" w="3322">
                  <a:moveTo>
                    <a:pt x="1" y="1"/>
                  </a:moveTo>
                  <a:lnTo>
                    <a:pt x="1" y="477"/>
                  </a:lnTo>
                  <a:lnTo>
                    <a:pt x="3321" y="477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6107400" y="4060450"/>
              <a:ext cx="11650" cy="12175"/>
            </a:xfrm>
            <a:custGeom>
              <a:rect b="b" l="l" r="r" t="t"/>
              <a:pathLst>
                <a:path extrusionOk="0" h="487" w="466">
                  <a:moveTo>
                    <a:pt x="0" y="0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6107400" y="4081850"/>
              <a:ext cx="11650" cy="12200"/>
            </a:xfrm>
            <a:custGeom>
              <a:rect b="b" l="l" r="r" t="t"/>
              <a:pathLst>
                <a:path extrusionOk="0" h="488" w="466">
                  <a:moveTo>
                    <a:pt x="0" y="1"/>
                  </a:moveTo>
                  <a:lnTo>
                    <a:pt x="0" y="487"/>
                  </a:lnTo>
                  <a:lnTo>
                    <a:pt x="465" y="487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6167675" y="4163025"/>
              <a:ext cx="14825" cy="15350"/>
            </a:xfrm>
            <a:custGeom>
              <a:rect b="b" l="l" r="r" t="t"/>
              <a:pathLst>
                <a:path extrusionOk="0" h="614" w="593">
                  <a:moveTo>
                    <a:pt x="423" y="0"/>
                  </a:moveTo>
                  <a:lnTo>
                    <a:pt x="0" y="613"/>
                  </a:lnTo>
                  <a:lnTo>
                    <a:pt x="180" y="613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6107400" y="4199225"/>
              <a:ext cx="180050" cy="10350"/>
            </a:xfrm>
            <a:custGeom>
              <a:rect b="b" l="l" r="r" t="t"/>
              <a:pathLst>
                <a:path extrusionOk="0" h="414" w="7202">
                  <a:moveTo>
                    <a:pt x="0" y="1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6107400" y="4222500"/>
              <a:ext cx="180050" cy="10325"/>
            </a:xfrm>
            <a:custGeom>
              <a:rect b="b" l="l" r="r" t="t"/>
              <a:pathLst>
                <a:path extrusionOk="0" h="413" w="7202">
                  <a:moveTo>
                    <a:pt x="0" y="0"/>
                  </a:moveTo>
                  <a:lnTo>
                    <a:pt x="0" y="413"/>
                  </a:lnTo>
                  <a:lnTo>
                    <a:pt x="7201" y="413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6635325" y="3894700"/>
              <a:ext cx="539050" cy="178725"/>
            </a:xfrm>
            <a:custGeom>
              <a:rect b="b" l="l" r="r" t="t"/>
              <a:pathLst>
                <a:path extrusionOk="0" h="7149" w="21562">
                  <a:moveTo>
                    <a:pt x="899" y="0"/>
                  </a:moveTo>
                  <a:cubicBezTo>
                    <a:pt x="402" y="0"/>
                    <a:pt x="0" y="402"/>
                    <a:pt x="0" y="888"/>
                  </a:cubicBezTo>
                  <a:lnTo>
                    <a:pt x="0" y="6260"/>
                  </a:lnTo>
                  <a:cubicBezTo>
                    <a:pt x="0" y="6757"/>
                    <a:pt x="402" y="7148"/>
                    <a:pt x="899" y="7148"/>
                  </a:cubicBezTo>
                  <a:lnTo>
                    <a:pt x="20673" y="7148"/>
                  </a:lnTo>
                  <a:cubicBezTo>
                    <a:pt x="21170" y="7148"/>
                    <a:pt x="21561" y="6757"/>
                    <a:pt x="21561" y="6260"/>
                  </a:cubicBezTo>
                  <a:lnTo>
                    <a:pt x="21561" y="888"/>
                  </a:lnTo>
                  <a:cubicBezTo>
                    <a:pt x="21561" y="402"/>
                    <a:pt x="21170" y="0"/>
                    <a:pt x="20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6795775" y="3943075"/>
              <a:ext cx="324125" cy="120575"/>
            </a:xfrm>
            <a:custGeom>
              <a:rect b="b" l="l" r="r" t="t"/>
              <a:pathLst>
                <a:path extrusionOk="0" fill="none" h="4823" w="12965">
                  <a:moveTo>
                    <a:pt x="1" y="2686"/>
                  </a:moveTo>
                  <a:cubicBezTo>
                    <a:pt x="1" y="2686"/>
                    <a:pt x="1090" y="0"/>
                    <a:pt x="4220" y="645"/>
                  </a:cubicBezTo>
                  <a:cubicBezTo>
                    <a:pt x="7350" y="1290"/>
                    <a:pt x="8936" y="4822"/>
                    <a:pt x="12965" y="1935"/>
                  </a:cubicBezTo>
                </a:path>
              </a:pathLst>
            </a:custGeom>
            <a:noFill/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7037925" y="4013925"/>
              <a:ext cx="11125" cy="11125"/>
            </a:xfrm>
            <a:custGeom>
              <a:rect b="b" l="l" r="r" t="t"/>
              <a:pathLst>
                <a:path extrusionOk="0" h="445" w="445">
                  <a:moveTo>
                    <a:pt x="1" y="0"/>
                  </a:moveTo>
                  <a:lnTo>
                    <a:pt x="1" y="444"/>
                  </a:lnTo>
                  <a:lnTo>
                    <a:pt x="445" y="444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6809275" y="3956025"/>
              <a:ext cx="141700" cy="25"/>
            </a:xfrm>
            <a:custGeom>
              <a:rect b="b" l="l" r="r" t="t"/>
              <a:pathLst>
                <a:path extrusionOk="0" fill="none" h="1" w="5668">
                  <a:moveTo>
                    <a:pt x="0" y="0"/>
                  </a:moveTo>
                  <a:lnTo>
                    <a:pt x="5668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solidFill>
              <a:srgbClr val="289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4"/>
            <p:cNvSpPr/>
            <p:nvPr/>
          </p:nvSpPr>
          <p:spPr>
            <a:xfrm>
              <a:off x="6972625" y="4022650"/>
              <a:ext cx="141725" cy="25"/>
            </a:xfrm>
            <a:custGeom>
              <a:rect b="b" l="l" r="r" t="t"/>
              <a:pathLst>
                <a:path extrusionOk="0" fill="none" h="1" w="5669">
                  <a:moveTo>
                    <a:pt x="1" y="0"/>
                  </a:moveTo>
                  <a:lnTo>
                    <a:pt x="5669" y="0"/>
                  </a:lnTo>
                </a:path>
              </a:pathLst>
            </a:custGeom>
            <a:noFill/>
            <a:ln cap="flat" cmpd="sng" w="185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6869000" y="3950475"/>
              <a:ext cx="11125" cy="11400"/>
            </a:xfrm>
            <a:custGeom>
              <a:rect b="b" l="l" r="r" t="t"/>
              <a:pathLst>
                <a:path extrusionOk="0" h="456" w="445">
                  <a:moveTo>
                    <a:pt x="1" y="0"/>
                  </a:moveTo>
                  <a:lnTo>
                    <a:pt x="1" y="455"/>
                  </a:lnTo>
                  <a:lnTo>
                    <a:pt x="445" y="455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700">
              <a:solidFill>
                <a:schemeClr val="dk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/>
            <p:nvPr/>
          </p:nvSpPr>
          <p:spPr>
            <a:xfrm>
              <a:off x="6606775" y="3926950"/>
              <a:ext cx="139325" cy="192475"/>
            </a:xfrm>
            <a:custGeom>
              <a:rect b="b" l="l" r="r" t="t"/>
              <a:pathLst>
                <a:path extrusionOk="0" h="7699" w="5573">
                  <a:moveTo>
                    <a:pt x="645" y="0"/>
                  </a:moveTo>
                  <a:cubicBezTo>
                    <a:pt x="296" y="0"/>
                    <a:pt x="0" y="286"/>
                    <a:pt x="0" y="645"/>
                  </a:cubicBezTo>
                  <a:lnTo>
                    <a:pt x="0" y="7053"/>
                  </a:lnTo>
                  <a:cubicBezTo>
                    <a:pt x="0" y="7413"/>
                    <a:pt x="296" y="7698"/>
                    <a:pt x="645" y="7698"/>
                  </a:cubicBezTo>
                  <a:lnTo>
                    <a:pt x="4917" y="7698"/>
                  </a:lnTo>
                  <a:cubicBezTo>
                    <a:pt x="5277" y="7698"/>
                    <a:pt x="5573" y="7413"/>
                    <a:pt x="5573" y="7053"/>
                  </a:cubicBezTo>
                  <a:lnTo>
                    <a:pt x="5573" y="645"/>
                  </a:lnTo>
                  <a:cubicBezTo>
                    <a:pt x="5573" y="286"/>
                    <a:pt x="5277" y="0"/>
                    <a:pt x="4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4"/>
            <p:cNvSpPr/>
            <p:nvPr/>
          </p:nvSpPr>
          <p:spPr>
            <a:xfrm>
              <a:off x="6628700" y="3954175"/>
              <a:ext cx="79075" cy="11125"/>
            </a:xfrm>
            <a:custGeom>
              <a:rect b="b" l="l" r="r" t="t"/>
              <a:pathLst>
                <a:path extrusionOk="0" h="445" w="3163">
                  <a:moveTo>
                    <a:pt x="1" y="0"/>
                  </a:moveTo>
                  <a:lnTo>
                    <a:pt x="1" y="445"/>
                  </a:lnTo>
                  <a:lnTo>
                    <a:pt x="3162" y="445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6628700" y="3978750"/>
              <a:ext cx="79075" cy="10875"/>
            </a:xfrm>
            <a:custGeom>
              <a:rect b="b" l="l" r="r" t="t"/>
              <a:pathLst>
                <a:path extrusionOk="0" h="435" w="3163">
                  <a:moveTo>
                    <a:pt x="1" y="1"/>
                  </a:moveTo>
                  <a:lnTo>
                    <a:pt x="1" y="434"/>
                  </a:lnTo>
                  <a:lnTo>
                    <a:pt x="3162" y="434"/>
                  </a:lnTo>
                  <a:lnTo>
                    <a:pt x="3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4"/>
            <p:cNvSpPr/>
            <p:nvPr/>
          </p:nvSpPr>
          <p:spPr>
            <a:xfrm>
              <a:off x="6628700" y="4003075"/>
              <a:ext cx="29650" cy="10875"/>
            </a:xfrm>
            <a:custGeom>
              <a:rect b="b" l="l" r="r" t="t"/>
              <a:pathLst>
                <a:path extrusionOk="0" h="435" w="1186">
                  <a:moveTo>
                    <a:pt x="1" y="1"/>
                  </a:moveTo>
                  <a:lnTo>
                    <a:pt x="1" y="434"/>
                  </a:lnTo>
                  <a:lnTo>
                    <a:pt x="1185" y="434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4"/>
            <p:cNvSpPr/>
            <p:nvPr/>
          </p:nvSpPr>
          <p:spPr>
            <a:xfrm>
              <a:off x="6628700" y="4028200"/>
              <a:ext cx="51575" cy="10850"/>
            </a:xfrm>
            <a:custGeom>
              <a:rect b="b" l="l" r="r" t="t"/>
              <a:pathLst>
                <a:path extrusionOk="0" h="434" w="2063">
                  <a:moveTo>
                    <a:pt x="1" y="0"/>
                  </a:moveTo>
                  <a:lnTo>
                    <a:pt x="1" y="434"/>
                  </a:lnTo>
                  <a:lnTo>
                    <a:pt x="2063" y="434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4"/>
            <p:cNvSpPr/>
            <p:nvPr/>
          </p:nvSpPr>
          <p:spPr>
            <a:xfrm>
              <a:off x="6628700" y="4052525"/>
              <a:ext cx="34650" cy="10850"/>
            </a:xfrm>
            <a:custGeom>
              <a:rect b="b" l="l" r="r" t="t"/>
              <a:pathLst>
                <a:path extrusionOk="0" h="434" w="1386">
                  <a:moveTo>
                    <a:pt x="1" y="0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4"/>
            <p:cNvSpPr/>
            <p:nvPr/>
          </p:nvSpPr>
          <p:spPr>
            <a:xfrm>
              <a:off x="6628700" y="4076825"/>
              <a:ext cx="34650" cy="10875"/>
            </a:xfrm>
            <a:custGeom>
              <a:rect b="b" l="l" r="r" t="t"/>
              <a:pathLst>
                <a:path extrusionOk="0" h="435" w="1386">
                  <a:moveTo>
                    <a:pt x="1" y="1"/>
                  </a:moveTo>
                  <a:lnTo>
                    <a:pt x="1" y="434"/>
                  </a:lnTo>
                  <a:lnTo>
                    <a:pt x="1386" y="434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4"/>
            <p:cNvSpPr/>
            <p:nvPr/>
          </p:nvSpPr>
          <p:spPr>
            <a:xfrm>
              <a:off x="6361700" y="4177550"/>
              <a:ext cx="600375" cy="61625"/>
            </a:xfrm>
            <a:custGeom>
              <a:rect b="b" l="l" r="r" t="t"/>
              <a:pathLst>
                <a:path extrusionOk="0" fill="none" h="2465" w="24015">
                  <a:moveTo>
                    <a:pt x="24015" y="329"/>
                  </a:moveTo>
                  <a:lnTo>
                    <a:pt x="23243" y="931"/>
                  </a:lnTo>
                  <a:lnTo>
                    <a:pt x="22133" y="1132"/>
                  </a:lnTo>
                  <a:cubicBezTo>
                    <a:pt x="22133" y="1132"/>
                    <a:pt x="21086" y="1069"/>
                    <a:pt x="20991" y="1069"/>
                  </a:cubicBezTo>
                  <a:cubicBezTo>
                    <a:pt x="20885" y="1069"/>
                    <a:pt x="20187" y="498"/>
                    <a:pt x="20187" y="498"/>
                  </a:cubicBezTo>
                  <a:lnTo>
                    <a:pt x="18876" y="32"/>
                  </a:lnTo>
                  <a:lnTo>
                    <a:pt x="17966" y="371"/>
                  </a:lnTo>
                  <a:lnTo>
                    <a:pt x="16898" y="128"/>
                  </a:lnTo>
                  <a:lnTo>
                    <a:pt x="15291" y="32"/>
                  </a:lnTo>
                  <a:lnTo>
                    <a:pt x="13747" y="635"/>
                  </a:lnTo>
                  <a:lnTo>
                    <a:pt x="12468" y="836"/>
                  </a:lnTo>
                  <a:lnTo>
                    <a:pt x="11326" y="1206"/>
                  </a:lnTo>
                  <a:lnTo>
                    <a:pt x="10057" y="1301"/>
                  </a:lnTo>
                  <a:lnTo>
                    <a:pt x="8682" y="233"/>
                  </a:lnTo>
                  <a:lnTo>
                    <a:pt x="7403" y="1"/>
                  </a:lnTo>
                  <a:lnTo>
                    <a:pt x="6091" y="730"/>
                  </a:lnTo>
                  <a:lnTo>
                    <a:pt x="5055" y="1069"/>
                  </a:lnTo>
                  <a:lnTo>
                    <a:pt x="3871" y="1037"/>
                  </a:lnTo>
                  <a:lnTo>
                    <a:pt x="2390" y="1946"/>
                  </a:lnTo>
                  <a:lnTo>
                    <a:pt x="1502" y="1946"/>
                  </a:lnTo>
                  <a:lnTo>
                    <a:pt x="1" y="2465"/>
                  </a:lnTo>
                </a:path>
              </a:pathLst>
            </a:custGeom>
            <a:noFill/>
            <a:ln cap="flat" cmpd="sng" w="3425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4"/>
            <p:cNvSpPr/>
            <p:nvPr/>
          </p:nvSpPr>
          <p:spPr>
            <a:xfrm>
              <a:off x="6362225" y="4239675"/>
              <a:ext cx="600650" cy="25"/>
            </a:xfrm>
            <a:custGeom>
              <a:rect b="b" l="l" r="r" t="t"/>
              <a:pathLst>
                <a:path extrusionOk="0" fill="none" h="1" w="24026">
                  <a:moveTo>
                    <a:pt x="1" y="1"/>
                  </a:moveTo>
                  <a:lnTo>
                    <a:pt x="24026" y="1"/>
                  </a:lnTo>
                </a:path>
              </a:pathLst>
            </a:custGeom>
            <a:noFill/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4"/>
            <p:cNvSpPr/>
            <p:nvPr/>
          </p:nvSpPr>
          <p:spPr>
            <a:xfrm>
              <a:off x="6356425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0" y="1"/>
                  </a:moveTo>
                  <a:lnTo>
                    <a:pt x="0" y="603"/>
                  </a:lnTo>
                  <a:lnTo>
                    <a:pt x="243" y="603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4"/>
            <p:cNvSpPr/>
            <p:nvPr/>
          </p:nvSpPr>
          <p:spPr>
            <a:xfrm>
              <a:off x="6959150" y="4232275"/>
              <a:ext cx="6100" cy="15100"/>
            </a:xfrm>
            <a:custGeom>
              <a:rect b="b" l="l" r="r" t="t"/>
              <a:pathLst>
                <a:path extrusionOk="0" h="604" w="244">
                  <a:moveTo>
                    <a:pt x="1" y="1"/>
                  </a:moveTo>
                  <a:lnTo>
                    <a:pt x="1" y="603"/>
                  </a:lnTo>
                  <a:lnTo>
                    <a:pt x="244" y="60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4"/>
            <p:cNvSpPr/>
            <p:nvPr/>
          </p:nvSpPr>
          <p:spPr>
            <a:xfrm>
              <a:off x="6962325" y="4189175"/>
              <a:ext cx="25" cy="50525"/>
            </a:xfrm>
            <a:custGeom>
              <a:rect b="b" l="l" r="r" t="t"/>
              <a:pathLst>
                <a:path extrusionOk="0" fill="none" h="2021" w="1">
                  <a:moveTo>
                    <a:pt x="1" y="2021"/>
                  </a:moveTo>
                  <a:lnTo>
                    <a:pt x="1" y="1"/>
                  </a:lnTo>
                </a:path>
              </a:pathLst>
            </a:custGeom>
            <a:solidFill>
              <a:schemeClr val="lt2"/>
            </a:solidFill>
            <a:ln cap="flat" cmpd="sng" w="800">
              <a:solidFill>
                <a:schemeClr val="lt1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6955975" y="4181775"/>
              <a:ext cx="9550" cy="9550"/>
            </a:xfrm>
            <a:custGeom>
              <a:rect b="b" l="l" r="r" t="t"/>
              <a:pathLst>
                <a:path extrusionOk="0" h="382" w="382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2"/>
                    <a:pt x="191" y="382"/>
                  </a:cubicBezTo>
                  <a:cubicBezTo>
                    <a:pt x="297" y="382"/>
                    <a:pt x="381" y="297"/>
                    <a:pt x="381" y="191"/>
                  </a:cubicBezTo>
                  <a:cubicBezTo>
                    <a:pt x="381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4"/>
            <p:cNvSpPr/>
            <p:nvPr/>
          </p:nvSpPr>
          <p:spPr>
            <a:xfrm>
              <a:off x="6501025" y="4261625"/>
              <a:ext cx="373300" cy="6625"/>
            </a:xfrm>
            <a:custGeom>
              <a:rect b="b" l="l" r="r" t="t"/>
              <a:pathLst>
                <a:path extrusionOk="0" h="265" w="14932">
                  <a:moveTo>
                    <a:pt x="0" y="0"/>
                  </a:moveTo>
                  <a:lnTo>
                    <a:pt x="0" y="265"/>
                  </a:lnTo>
                  <a:lnTo>
                    <a:pt x="14931" y="265"/>
                  </a:lnTo>
                  <a:lnTo>
                    <a:pt x="149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4"/>
            <p:cNvSpPr/>
            <p:nvPr/>
          </p:nvSpPr>
          <p:spPr>
            <a:xfrm>
              <a:off x="6501025" y="4261625"/>
              <a:ext cx="229225" cy="6625"/>
            </a:xfrm>
            <a:custGeom>
              <a:rect b="b" l="l" r="r" t="t"/>
              <a:pathLst>
                <a:path extrusionOk="0" h="265" w="9169">
                  <a:moveTo>
                    <a:pt x="0" y="0"/>
                  </a:moveTo>
                  <a:lnTo>
                    <a:pt x="0" y="265"/>
                  </a:lnTo>
                  <a:lnTo>
                    <a:pt x="9168" y="265"/>
                  </a:lnTo>
                  <a:lnTo>
                    <a:pt x="91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4"/>
            <p:cNvSpPr/>
            <p:nvPr/>
          </p:nvSpPr>
          <p:spPr>
            <a:xfrm>
              <a:off x="6501025" y="4274575"/>
              <a:ext cx="183475" cy="6625"/>
            </a:xfrm>
            <a:custGeom>
              <a:rect b="b" l="l" r="r" t="t"/>
              <a:pathLst>
                <a:path extrusionOk="0" h="265" w="7339">
                  <a:moveTo>
                    <a:pt x="0" y="0"/>
                  </a:moveTo>
                  <a:lnTo>
                    <a:pt x="0" y="265"/>
                  </a:lnTo>
                  <a:lnTo>
                    <a:pt x="7339" y="265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4"/>
            <p:cNvSpPr/>
            <p:nvPr/>
          </p:nvSpPr>
          <p:spPr>
            <a:xfrm>
              <a:off x="6364350" y="4288050"/>
              <a:ext cx="45750" cy="10600"/>
            </a:xfrm>
            <a:custGeom>
              <a:rect b="b" l="l" r="r" t="t"/>
              <a:pathLst>
                <a:path extrusionOk="0" h="424" w="1830">
                  <a:moveTo>
                    <a:pt x="0" y="1"/>
                  </a:moveTo>
                  <a:lnTo>
                    <a:pt x="0" y="424"/>
                  </a:lnTo>
                  <a:lnTo>
                    <a:pt x="635" y="424"/>
                  </a:lnTo>
                  <a:lnTo>
                    <a:pt x="804" y="255"/>
                  </a:lnTo>
                  <a:lnTo>
                    <a:pt x="1713" y="255"/>
                  </a:lnTo>
                  <a:lnTo>
                    <a:pt x="18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4"/>
            <p:cNvSpPr/>
            <p:nvPr/>
          </p:nvSpPr>
          <p:spPr>
            <a:xfrm>
              <a:off x="64288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1" y="1"/>
                  </a:moveTo>
                  <a:lnTo>
                    <a:pt x="1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4"/>
            <p:cNvSpPr/>
            <p:nvPr/>
          </p:nvSpPr>
          <p:spPr>
            <a:xfrm>
              <a:off x="64444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4"/>
            <p:cNvSpPr/>
            <p:nvPr/>
          </p:nvSpPr>
          <p:spPr>
            <a:xfrm>
              <a:off x="6460050" y="4288050"/>
              <a:ext cx="2675" cy="2675"/>
            </a:xfrm>
            <a:custGeom>
              <a:rect b="b" l="l" r="r" t="t"/>
              <a:pathLst>
                <a:path extrusionOk="0" h="107" w="107">
                  <a:moveTo>
                    <a:pt x="0" y="1"/>
                  </a:moveTo>
                  <a:lnTo>
                    <a:pt x="0" y="107"/>
                  </a:lnTo>
                  <a:lnTo>
                    <a:pt x="106" y="107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4"/>
            <p:cNvSpPr/>
            <p:nvPr/>
          </p:nvSpPr>
          <p:spPr>
            <a:xfrm>
              <a:off x="6354825" y="39108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0"/>
                  </a:moveTo>
                  <a:lnTo>
                    <a:pt x="1" y="444"/>
                  </a:lnTo>
                  <a:lnTo>
                    <a:pt x="8883" y="444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4"/>
            <p:cNvSpPr/>
            <p:nvPr/>
          </p:nvSpPr>
          <p:spPr>
            <a:xfrm>
              <a:off x="6354825" y="3910825"/>
              <a:ext cx="100750" cy="11125"/>
            </a:xfrm>
            <a:custGeom>
              <a:rect b="b" l="l" r="r" t="t"/>
              <a:pathLst>
                <a:path extrusionOk="0" h="445" w="4030">
                  <a:moveTo>
                    <a:pt x="1" y="0"/>
                  </a:moveTo>
                  <a:lnTo>
                    <a:pt x="1" y="444"/>
                  </a:lnTo>
                  <a:lnTo>
                    <a:pt x="4030" y="44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6354825" y="3939625"/>
              <a:ext cx="222100" cy="11125"/>
            </a:xfrm>
            <a:custGeom>
              <a:rect b="b" l="l" r="r" t="t"/>
              <a:pathLst>
                <a:path extrusionOk="0" h="445" w="8884">
                  <a:moveTo>
                    <a:pt x="1" y="1"/>
                  </a:moveTo>
                  <a:lnTo>
                    <a:pt x="1" y="445"/>
                  </a:lnTo>
                  <a:lnTo>
                    <a:pt x="8883" y="445"/>
                  </a:lnTo>
                  <a:lnTo>
                    <a:pt x="8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6354825" y="3939625"/>
              <a:ext cx="154675" cy="11125"/>
            </a:xfrm>
            <a:custGeom>
              <a:rect b="b" l="l" r="r" t="t"/>
              <a:pathLst>
                <a:path extrusionOk="0" h="445" w="6187">
                  <a:moveTo>
                    <a:pt x="1" y="1"/>
                  </a:moveTo>
                  <a:lnTo>
                    <a:pt x="1" y="445"/>
                  </a:lnTo>
                  <a:lnTo>
                    <a:pt x="6187" y="445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6354825" y="3968450"/>
              <a:ext cx="222100" cy="11400"/>
            </a:xfrm>
            <a:custGeom>
              <a:rect b="b" l="l" r="r" t="t"/>
              <a:pathLst>
                <a:path extrusionOk="0" h="456" w="8884">
                  <a:moveTo>
                    <a:pt x="1" y="0"/>
                  </a:moveTo>
                  <a:lnTo>
                    <a:pt x="1" y="455"/>
                  </a:lnTo>
                  <a:lnTo>
                    <a:pt x="8883" y="455"/>
                  </a:lnTo>
                  <a:lnTo>
                    <a:pt x="88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6354825" y="3968450"/>
              <a:ext cx="45225" cy="11400"/>
            </a:xfrm>
            <a:custGeom>
              <a:rect b="b" l="l" r="r" t="t"/>
              <a:pathLst>
                <a:path extrusionOk="0" h="456" w="1809">
                  <a:moveTo>
                    <a:pt x="1" y="0"/>
                  </a:moveTo>
                  <a:lnTo>
                    <a:pt x="1" y="455"/>
                  </a:lnTo>
                  <a:lnTo>
                    <a:pt x="1809" y="455"/>
                  </a:lnTo>
                  <a:lnTo>
                    <a:pt x="18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67693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679420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6819050" y="4043525"/>
              <a:ext cx="7150" cy="7175"/>
            </a:xfrm>
            <a:custGeom>
              <a:rect b="b" l="l" r="r" t="t"/>
              <a:pathLst>
                <a:path extrusionOk="0" h="287" w="286">
                  <a:moveTo>
                    <a:pt x="0" y="1"/>
                  </a:moveTo>
                  <a:lnTo>
                    <a:pt x="0" y="286"/>
                  </a:lnTo>
                  <a:lnTo>
                    <a:pt x="286" y="28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6874025" y="3755650"/>
              <a:ext cx="13500" cy="13500"/>
            </a:xfrm>
            <a:custGeom>
              <a:rect b="b" l="l" r="r" t="t"/>
              <a:pathLst>
                <a:path extrusionOk="0" h="540" w="540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6920550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6967075" y="3755650"/>
              <a:ext cx="13525" cy="13500"/>
            </a:xfrm>
            <a:custGeom>
              <a:rect b="b" l="l" r="r" t="t"/>
              <a:pathLst>
                <a:path extrusionOk="0" h="540" w="541">
                  <a:moveTo>
                    <a:pt x="1" y="0"/>
                  </a:moveTo>
                  <a:lnTo>
                    <a:pt x="1" y="539"/>
                  </a:lnTo>
                  <a:lnTo>
                    <a:pt x="540" y="539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6681325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6727850" y="4317125"/>
              <a:ext cx="13750" cy="13525"/>
            </a:xfrm>
            <a:custGeom>
              <a:rect b="b" l="l" r="r" t="t"/>
              <a:pathLst>
                <a:path extrusionOk="0" h="541" w="550">
                  <a:moveTo>
                    <a:pt x="0" y="1"/>
                  </a:moveTo>
                  <a:lnTo>
                    <a:pt x="0" y="540"/>
                  </a:lnTo>
                  <a:lnTo>
                    <a:pt x="550" y="540"/>
                  </a:lnTo>
                  <a:lnTo>
                    <a:pt x="5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6774625" y="4317125"/>
              <a:ext cx="13525" cy="13525"/>
            </a:xfrm>
            <a:custGeom>
              <a:rect b="b" l="l" r="r" t="t"/>
              <a:pathLst>
                <a:path extrusionOk="0" h="541" w="541">
                  <a:moveTo>
                    <a:pt x="1" y="1"/>
                  </a:moveTo>
                  <a:lnTo>
                    <a:pt x="1" y="540"/>
                  </a:lnTo>
                  <a:lnTo>
                    <a:pt x="540" y="540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61113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613620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6161050" y="3940950"/>
              <a:ext cx="7425" cy="7175"/>
            </a:xfrm>
            <a:custGeom>
              <a:rect b="b" l="l" r="r" t="t"/>
              <a:pathLst>
                <a:path extrusionOk="0" h="287" w="297">
                  <a:moveTo>
                    <a:pt x="1" y="1"/>
                  </a:moveTo>
                  <a:lnTo>
                    <a:pt x="1" y="286"/>
                  </a:lnTo>
                  <a:lnTo>
                    <a:pt x="297" y="286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7006750" y="3931975"/>
              <a:ext cx="120550" cy="11650"/>
            </a:xfrm>
            <a:custGeom>
              <a:rect b="b" l="l" r="r" t="t"/>
              <a:pathLst>
                <a:path extrusionOk="0" h="466" w="4822">
                  <a:moveTo>
                    <a:pt x="0" y="0"/>
                  </a:moveTo>
                  <a:lnTo>
                    <a:pt x="0" y="465"/>
                  </a:lnTo>
                  <a:lnTo>
                    <a:pt x="4822" y="465"/>
                  </a:lnTo>
                  <a:lnTo>
                    <a:pt x="48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7006750" y="3952850"/>
              <a:ext cx="35700" cy="11650"/>
            </a:xfrm>
            <a:custGeom>
              <a:rect b="b" l="l" r="r" t="t"/>
              <a:pathLst>
                <a:path extrusionOk="0" h="466" w="1428">
                  <a:moveTo>
                    <a:pt x="0" y="1"/>
                  </a:moveTo>
                  <a:lnTo>
                    <a:pt x="0" y="466"/>
                  </a:lnTo>
                  <a:lnTo>
                    <a:pt x="1428" y="466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6359600" y="4014975"/>
              <a:ext cx="81700" cy="81450"/>
            </a:xfrm>
            <a:custGeom>
              <a:rect b="b" l="l" r="r" t="t"/>
              <a:pathLst>
                <a:path extrusionOk="0" h="3258" w="3268">
                  <a:moveTo>
                    <a:pt x="1629" y="783"/>
                  </a:moveTo>
                  <a:cubicBezTo>
                    <a:pt x="2104" y="783"/>
                    <a:pt x="2485" y="1164"/>
                    <a:pt x="2485" y="1629"/>
                  </a:cubicBezTo>
                  <a:cubicBezTo>
                    <a:pt x="2485" y="2105"/>
                    <a:pt x="2104" y="2485"/>
                    <a:pt x="1629" y="2485"/>
                  </a:cubicBezTo>
                  <a:cubicBezTo>
                    <a:pt x="1163" y="2485"/>
                    <a:pt x="783" y="2105"/>
                    <a:pt x="783" y="1629"/>
                  </a:cubicBezTo>
                  <a:cubicBezTo>
                    <a:pt x="783" y="1164"/>
                    <a:pt x="1163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0" y="730"/>
                    <a:pt x="0" y="1629"/>
                  </a:cubicBezTo>
                  <a:cubicBezTo>
                    <a:pt x="0" y="2528"/>
                    <a:pt x="730" y="3257"/>
                    <a:pt x="1629" y="3257"/>
                  </a:cubicBezTo>
                  <a:cubicBezTo>
                    <a:pt x="2538" y="3257"/>
                    <a:pt x="3268" y="2528"/>
                    <a:pt x="3268" y="1629"/>
                  </a:cubicBezTo>
                  <a:cubicBezTo>
                    <a:pt x="3268" y="730"/>
                    <a:pt x="253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6360650" y="4014975"/>
              <a:ext cx="79600" cy="36775"/>
            </a:xfrm>
            <a:custGeom>
              <a:rect b="b" l="l" r="r" t="t"/>
              <a:pathLst>
                <a:path extrusionOk="0" h="1471" w="3184">
                  <a:moveTo>
                    <a:pt x="1587" y="1"/>
                  </a:moveTo>
                  <a:cubicBezTo>
                    <a:pt x="942" y="1"/>
                    <a:pt x="392" y="371"/>
                    <a:pt x="127" y="910"/>
                  </a:cubicBezTo>
                  <a:cubicBezTo>
                    <a:pt x="0" y="1174"/>
                    <a:pt x="191" y="1470"/>
                    <a:pt x="476" y="1470"/>
                  </a:cubicBezTo>
                  <a:cubicBezTo>
                    <a:pt x="635" y="1470"/>
                    <a:pt x="762" y="1375"/>
                    <a:pt x="836" y="1248"/>
                  </a:cubicBezTo>
                  <a:cubicBezTo>
                    <a:pt x="973" y="973"/>
                    <a:pt x="1259" y="783"/>
                    <a:pt x="1587" y="783"/>
                  </a:cubicBezTo>
                  <a:cubicBezTo>
                    <a:pt x="1925" y="783"/>
                    <a:pt x="2210" y="973"/>
                    <a:pt x="2348" y="1248"/>
                  </a:cubicBezTo>
                  <a:cubicBezTo>
                    <a:pt x="2411" y="1375"/>
                    <a:pt x="2549" y="1470"/>
                    <a:pt x="2697" y="1470"/>
                  </a:cubicBezTo>
                  <a:cubicBezTo>
                    <a:pt x="2982" y="1470"/>
                    <a:pt x="3183" y="1174"/>
                    <a:pt x="3056" y="910"/>
                  </a:cubicBezTo>
                  <a:cubicBezTo>
                    <a:pt x="2792" y="371"/>
                    <a:pt x="2232" y="1"/>
                    <a:pt x="15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6469025" y="4014975"/>
              <a:ext cx="81450" cy="81450"/>
            </a:xfrm>
            <a:custGeom>
              <a:rect b="b" l="l" r="r" t="t"/>
              <a:pathLst>
                <a:path extrusionOk="0" h="3258" w="3258">
                  <a:moveTo>
                    <a:pt x="1629" y="783"/>
                  </a:moveTo>
                  <a:cubicBezTo>
                    <a:pt x="2095" y="783"/>
                    <a:pt x="2475" y="1164"/>
                    <a:pt x="2475" y="1629"/>
                  </a:cubicBezTo>
                  <a:cubicBezTo>
                    <a:pt x="2475" y="2094"/>
                    <a:pt x="2095" y="2475"/>
                    <a:pt x="1629" y="2475"/>
                  </a:cubicBezTo>
                  <a:cubicBezTo>
                    <a:pt x="1164" y="2475"/>
                    <a:pt x="773" y="2094"/>
                    <a:pt x="773" y="1629"/>
                  </a:cubicBezTo>
                  <a:cubicBezTo>
                    <a:pt x="773" y="1164"/>
                    <a:pt x="1164" y="783"/>
                    <a:pt x="1629" y="783"/>
                  </a:cubicBezTo>
                  <a:close/>
                  <a:moveTo>
                    <a:pt x="1629" y="1"/>
                  </a:moveTo>
                  <a:cubicBezTo>
                    <a:pt x="730" y="1"/>
                    <a:pt x="1" y="730"/>
                    <a:pt x="1" y="1629"/>
                  </a:cubicBezTo>
                  <a:cubicBezTo>
                    <a:pt x="1" y="2528"/>
                    <a:pt x="730" y="3257"/>
                    <a:pt x="1629" y="3257"/>
                  </a:cubicBezTo>
                  <a:cubicBezTo>
                    <a:pt x="2528" y="3257"/>
                    <a:pt x="3258" y="2528"/>
                    <a:pt x="3258" y="1629"/>
                  </a:cubicBezTo>
                  <a:cubicBezTo>
                    <a:pt x="3258" y="730"/>
                    <a:pt x="2528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6469025" y="4018200"/>
              <a:ext cx="36775" cy="75225"/>
            </a:xfrm>
            <a:custGeom>
              <a:rect b="b" l="l" r="r" t="t"/>
              <a:pathLst>
                <a:path extrusionOk="0" h="3009" w="1471">
                  <a:moveTo>
                    <a:pt x="1079" y="1"/>
                  </a:moveTo>
                  <a:cubicBezTo>
                    <a:pt x="1023" y="1"/>
                    <a:pt x="965" y="13"/>
                    <a:pt x="910" y="41"/>
                  </a:cubicBezTo>
                  <a:cubicBezTo>
                    <a:pt x="371" y="305"/>
                    <a:pt x="1" y="855"/>
                    <a:pt x="1" y="1500"/>
                  </a:cubicBezTo>
                  <a:cubicBezTo>
                    <a:pt x="1" y="2145"/>
                    <a:pt x="371" y="2705"/>
                    <a:pt x="910" y="2970"/>
                  </a:cubicBezTo>
                  <a:cubicBezTo>
                    <a:pt x="964" y="2996"/>
                    <a:pt x="1019" y="3009"/>
                    <a:pt x="1074" y="3009"/>
                  </a:cubicBezTo>
                  <a:cubicBezTo>
                    <a:pt x="1279" y="3009"/>
                    <a:pt x="1471" y="2836"/>
                    <a:pt x="1471" y="2610"/>
                  </a:cubicBezTo>
                  <a:cubicBezTo>
                    <a:pt x="1471" y="2462"/>
                    <a:pt x="1376" y="2325"/>
                    <a:pt x="1238" y="2261"/>
                  </a:cubicBezTo>
                  <a:cubicBezTo>
                    <a:pt x="963" y="2124"/>
                    <a:pt x="783" y="1828"/>
                    <a:pt x="783" y="1500"/>
                  </a:cubicBezTo>
                  <a:cubicBezTo>
                    <a:pt x="783" y="1172"/>
                    <a:pt x="963" y="887"/>
                    <a:pt x="1238" y="749"/>
                  </a:cubicBezTo>
                  <a:cubicBezTo>
                    <a:pt x="1376" y="675"/>
                    <a:pt x="1471" y="538"/>
                    <a:pt x="1471" y="390"/>
                  </a:cubicBezTo>
                  <a:cubicBezTo>
                    <a:pt x="1471" y="166"/>
                    <a:pt x="1282" y="1"/>
                    <a:pt x="1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6220000" y="3929050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1"/>
                  </a:moveTo>
                  <a:lnTo>
                    <a:pt x="1" y="255"/>
                  </a:lnTo>
                  <a:lnTo>
                    <a:pt x="868" y="25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6220000" y="3943325"/>
              <a:ext cx="21700" cy="6650"/>
            </a:xfrm>
            <a:custGeom>
              <a:rect b="b" l="l" r="r" t="t"/>
              <a:pathLst>
                <a:path extrusionOk="0" h="266" w="868">
                  <a:moveTo>
                    <a:pt x="1" y="1"/>
                  </a:moveTo>
                  <a:lnTo>
                    <a:pt x="1" y="265"/>
                  </a:lnTo>
                  <a:lnTo>
                    <a:pt x="868" y="2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6220000" y="395787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20000" y="4032425"/>
              <a:ext cx="21700" cy="6375"/>
            </a:xfrm>
            <a:custGeom>
              <a:rect b="b" l="l" r="r" t="t"/>
              <a:pathLst>
                <a:path extrusionOk="0" h="255" w="868">
                  <a:moveTo>
                    <a:pt x="1" y="0"/>
                  </a:moveTo>
                  <a:lnTo>
                    <a:pt x="1" y="254"/>
                  </a:lnTo>
                  <a:lnTo>
                    <a:pt x="868" y="25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4"/>
            <p:cNvSpPr/>
            <p:nvPr/>
          </p:nvSpPr>
          <p:spPr>
            <a:xfrm>
              <a:off x="6220000" y="3978750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1"/>
                  </a:moveTo>
                  <a:lnTo>
                    <a:pt x="1" y="255"/>
                  </a:lnTo>
                  <a:lnTo>
                    <a:pt x="1259" y="25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6220000" y="3993025"/>
              <a:ext cx="31500" cy="6650"/>
            </a:xfrm>
            <a:custGeom>
              <a:rect b="b" l="l" r="r" t="t"/>
              <a:pathLst>
                <a:path extrusionOk="0" h="266" w="1260">
                  <a:moveTo>
                    <a:pt x="1" y="1"/>
                  </a:moveTo>
                  <a:lnTo>
                    <a:pt x="1" y="265"/>
                  </a:lnTo>
                  <a:lnTo>
                    <a:pt x="1259" y="265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6220000" y="4007575"/>
              <a:ext cx="31500" cy="6375"/>
            </a:xfrm>
            <a:custGeom>
              <a:rect b="b" l="l" r="r" t="t"/>
              <a:pathLst>
                <a:path extrusionOk="0" h="255" w="1260">
                  <a:moveTo>
                    <a:pt x="1" y="0"/>
                  </a:moveTo>
                  <a:lnTo>
                    <a:pt x="1" y="254"/>
                  </a:lnTo>
                  <a:lnTo>
                    <a:pt x="1259" y="254"/>
                  </a:lnTo>
                  <a:lnTo>
                    <a:pt x="1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6588250" y="4317675"/>
              <a:ext cx="380175" cy="29625"/>
            </a:xfrm>
            <a:custGeom>
              <a:rect b="b" l="l" r="r" t="t"/>
              <a:pathLst>
                <a:path extrusionOk="0" fill="none" h="1185" w="15207">
                  <a:moveTo>
                    <a:pt x="1" y="444"/>
                  </a:moveTo>
                  <a:lnTo>
                    <a:pt x="1344" y="444"/>
                  </a:lnTo>
                  <a:lnTo>
                    <a:pt x="2084" y="1184"/>
                  </a:lnTo>
                  <a:lnTo>
                    <a:pt x="9835" y="1184"/>
                  </a:lnTo>
                  <a:lnTo>
                    <a:pt x="11030" y="0"/>
                  </a:lnTo>
                  <a:lnTo>
                    <a:pt x="15207" y="0"/>
                  </a:lnTo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6568700" y="4319525"/>
              <a:ext cx="19575" cy="19575"/>
            </a:xfrm>
            <a:custGeom>
              <a:rect b="b" l="l" r="r" t="t"/>
              <a:pathLst>
                <a:path extrusionOk="0" fill="none" h="783" w="783">
                  <a:moveTo>
                    <a:pt x="783" y="391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1"/>
                  </a:cubicBezTo>
                  <a:cubicBezTo>
                    <a:pt x="0" y="169"/>
                    <a:pt x="170" y="0"/>
                    <a:pt x="392" y="0"/>
                  </a:cubicBezTo>
                  <a:cubicBezTo>
                    <a:pt x="603" y="0"/>
                    <a:pt x="783" y="169"/>
                    <a:pt x="783" y="391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4"/>
            <p:cNvSpPr/>
            <p:nvPr/>
          </p:nvSpPr>
          <p:spPr>
            <a:xfrm>
              <a:off x="6968675" y="4307350"/>
              <a:ext cx="19575" cy="19600"/>
            </a:xfrm>
            <a:custGeom>
              <a:rect b="b" l="l" r="r" t="t"/>
              <a:pathLst>
                <a:path extrusionOk="0" fill="none" h="784" w="783">
                  <a:moveTo>
                    <a:pt x="783" y="392"/>
                  </a:moveTo>
                  <a:cubicBezTo>
                    <a:pt x="783" y="603"/>
                    <a:pt x="603" y="783"/>
                    <a:pt x="392" y="783"/>
                  </a:cubicBezTo>
                  <a:cubicBezTo>
                    <a:pt x="170" y="783"/>
                    <a:pt x="0" y="603"/>
                    <a:pt x="0" y="392"/>
                  </a:cubicBezTo>
                  <a:cubicBezTo>
                    <a:pt x="0" y="170"/>
                    <a:pt x="170" y="1"/>
                    <a:pt x="392" y="1"/>
                  </a:cubicBezTo>
                  <a:cubicBezTo>
                    <a:pt x="603" y="1"/>
                    <a:pt x="783" y="170"/>
                    <a:pt x="783" y="392"/>
                  </a:cubicBezTo>
                  <a:close/>
                </a:path>
              </a:pathLst>
            </a:custGeom>
            <a:noFill/>
            <a:ln cap="flat" cmpd="sng" w="3700">
              <a:solidFill>
                <a:schemeClr val="accent2"/>
              </a:solidFill>
              <a:prstDash val="solid"/>
              <a:miter lim="1057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5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793" name="Google Shape;793;p35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4" name="Google Shape;794;p35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795" name="Google Shape;795;p35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796" name="Google Shape;796;p35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35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98" name="Google Shape;798;p35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799" name="Google Shape;799;p35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35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01" name="Google Shape;801;p35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5"/>
          <p:cNvSpPr txBox="1"/>
          <p:nvPr>
            <p:ph type="title"/>
          </p:nvPr>
        </p:nvSpPr>
        <p:spPr>
          <a:xfrm>
            <a:off x="4552900" y="2907925"/>
            <a:ext cx="39420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Git Key Concepts</a:t>
            </a:r>
            <a:endParaRPr sz="4000"/>
          </a:p>
        </p:txBody>
      </p:sp>
      <p:sp>
        <p:nvSpPr>
          <p:cNvPr id="803" name="Google Shape;803;p35"/>
          <p:cNvSpPr txBox="1"/>
          <p:nvPr>
            <p:ph idx="2" type="title"/>
          </p:nvPr>
        </p:nvSpPr>
        <p:spPr>
          <a:xfrm>
            <a:off x="4774325" y="11848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804" name="Google Shape;804;p35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3051" l="21019" r="21025" t="0"/>
          <a:stretch/>
        </p:blipFill>
        <p:spPr>
          <a:xfrm>
            <a:off x="1328250" y="1045738"/>
            <a:ext cx="3054000" cy="3054600"/>
          </a:xfrm>
          <a:prstGeom prst="roundRect">
            <a:avLst>
              <a:gd fmla="val 5963" name="adj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6"/>
          <p:cNvSpPr txBox="1"/>
          <p:nvPr>
            <p:ph idx="1" type="body"/>
          </p:nvPr>
        </p:nvSpPr>
        <p:spPr>
          <a:xfrm>
            <a:off x="720000" y="1401575"/>
            <a:ext cx="40347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Referred as </a:t>
            </a:r>
            <a:r>
              <a:rPr b="1" lang="en"/>
              <a:t>repo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Collection of all your files and change history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Repo can exist on your local machine or remote server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Copying a repo from remote server to local machine is called </a:t>
            </a:r>
            <a:r>
              <a:rPr b="1" lang="en"/>
              <a:t>cloning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Process of downloading commits from remote server to local machine is </a:t>
            </a:r>
            <a:r>
              <a:rPr b="1" lang="en"/>
              <a:t>pulling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Process of uploading commits to remote server from local machine is </a:t>
            </a:r>
            <a:r>
              <a:rPr b="1" lang="en"/>
              <a:t>pushing</a:t>
            </a:r>
            <a:endParaRPr/>
          </a:p>
        </p:txBody>
      </p:sp>
      <p:sp>
        <p:nvSpPr>
          <p:cNvPr id="810" name="Google Shape;810;p36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Concepts: Repository</a:t>
            </a:r>
            <a:endParaRPr/>
          </a:p>
        </p:txBody>
      </p:sp>
      <p:pic>
        <p:nvPicPr>
          <p:cNvPr id="811" name="Google Shape;8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825" y="1706375"/>
            <a:ext cx="3460849" cy="26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36"/>
          <p:cNvPicPr preferRelativeResize="0"/>
          <p:nvPr/>
        </p:nvPicPr>
        <p:blipFill rotWithShape="1">
          <a:blip r:embed="rId4">
            <a:alphaModFix/>
          </a:blip>
          <a:srcRect b="0" l="10978" r="9580" t="0"/>
          <a:stretch/>
        </p:blipFill>
        <p:spPr>
          <a:xfrm>
            <a:off x="7200575" y="309925"/>
            <a:ext cx="1215825" cy="103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7"/>
          <p:cNvSpPr txBox="1"/>
          <p:nvPr>
            <p:ph idx="1" type="body"/>
          </p:nvPr>
        </p:nvSpPr>
        <p:spPr>
          <a:xfrm>
            <a:off x="573050" y="1401575"/>
            <a:ext cx="77778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 snapshot that records what the files looks like at any given point of time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Each commit serves as a checkpoint.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You can go visit or revert to any commit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Commit contains 3 piece of information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How files have changed from the previous commit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Reference to the previous commit (parent commit)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SHA-1 hash code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(e.g. </a:t>
            </a:r>
            <a:r>
              <a:rPr lang="en"/>
              <a:t>fb2d2ec5069fc6776c80b3ad6b7cbde3cade4e</a:t>
            </a:r>
            <a:r>
              <a:rPr lang="en"/>
              <a:t>)</a:t>
            </a:r>
            <a:endParaRPr/>
          </a:p>
        </p:txBody>
      </p:sp>
      <p:sp>
        <p:nvSpPr>
          <p:cNvPr id="818" name="Google Shape;818;p37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Concepts: Commit</a:t>
            </a:r>
            <a:endParaRPr/>
          </a:p>
        </p:txBody>
      </p:sp>
      <p:pic>
        <p:nvPicPr>
          <p:cNvPr id="819" name="Google Shape;8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8825" y="241924"/>
            <a:ext cx="1186125" cy="13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7"/>
          <p:cNvPicPr preferRelativeResize="0"/>
          <p:nvPr/>
        </p:nvPicPr>
        <p:blipFill rotWithShape="1">
          <a:blip r:embed="rId4">
            <a:alphaModFix/>
          </a:blip>
          <a:srcRect b="0" l="28876" r="27024" t="0"/>
          <a:stretch/>
        </p:blipFill>
        <p:spPr>
          <a:xfrm>
            <a:off x="5555825" y="1824100"/>
            <a:ext cx="3081901" cy="294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COMMIT MESSAGE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826" name="Google Shape;826;p38"/>
          <p:cNvGraphicFramePr/>
          <p:nvPr/>
        </p:nvGraphicFramePr>
        <p:xfrm>
          <a:off x="885250" y="165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{BECDFDF3-3EA3-4F09-A952-61861CA144D8}</a:tableStyleId>
              </a:tblPr>
              <a:tblGrid>
                <a:gridCol w="2255525"/>
                <a:gridCol w="5233925"/>
              </a:tblGrid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Separate title and body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Title/Subject to summarize change, body to explain changes in detail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Start title with a verb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E.g. add, fix, update, refactor, etc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Limit the title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Subject line should be less than 50 characters followed by a empty line before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body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Imperative mood for title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E.g. </a:t>
                      </a:r>
                      <a:r>
                        <a:rPr i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"Add feature"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rather than </a:t>
                      </a:r>
                      <a:r>
                        <a:rPr i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"Added feature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 or </a:t>
                      </a:r>
                      <a:r>
                        <a:rPr i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"Adding feature"</a:t>
                      </a:r>
                      <a:endParaRPr i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Don’t end title with period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Don’t end title line with a “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.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”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Redundancy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Avoid repeating information that can be easily inferred from the diff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 references</a:t>
                      </a:r>
                      <a:endParaRPr b="1"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If the commit relates to a specific issue or task, include a reference to it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7" name="Google Shape;8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3724" y="42625"/>
            <a:ext cx="1760575" cy="16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9"/>
          <p:cNvSpPr txBox="1"/>
          <p:nvPr>
            <p:ph idx="1" type="body"/>
          </p:nvPr>
        </p:nvSpPr>
        <p:spPr>
          <a:xfrm>
            <a:off x="720000" y="1401575"/>
            <a:ext cx="40347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Intermediate step before making a commit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Selecting the changes that we want to include in the commit.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S</a:t>
            </a:r>
            <a:r>
              <a:rPr b="1" lang="en"/>
              <a:t>taging area </a:t>
            </a:r>
            <a:r>
              <a:rPr lang="en"/>
              <a:t>is like a temporary storage area that sits between your working directory and the Git repository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Staging area </a:t>
            </a:r>
            <a:r>
              <a:rPr lang="en"/>
              <a:t>keeps track of changes to commit.</a:t>
            </a:r>
            <a:endParaRPr/>
          </a:p>
        </p:txBody>
      </p:sp>
      <p:sp>
        <p:nvSpPr>
          <p:cNvPr id="833" name="Google Shape;833;p39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Concepts: Staging</a:t>
            </a:r>
            <a:endParaRPr/>
          </a:p>
        </p:txBody>
      </p:sp>
      <p:pic>
        <p:nvPicPr>
          <p:cNvPr id="834" name="Google Shape;8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225" y="1625038"/>
            <a:ext cx="3453749" cy="22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1725" y="282075"/>
            <a:ext cx="1554450" cy="11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/>
          <p:nvPr>
            <p:ph idx="1" type="body"/>
          </p:nvPr>
        </p:nvSpPr>
        <p:spPr>
          <a:xfrm>
            <a:off x="720000" y="1401575"/>
            <a:ext cx="53949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 branch is a reference to a </a:t>
            </a:r>
            <a:r>
              <a:rPr lang="en"/>
              <a:t>specific</a:t>
            </a:r>
            <a:r>
              <a:rPr lang="en"/>
              <a:t> commit in Git commit history.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 commits in git live on some branch.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The main branch of the repo is called </a:t>
            </a:r>
            <a:r>
              <a:rPr b="1" lang="en"/>
              <a:t>master/ main </a:t>
            </a:r>
            <a:r>
              <a:rPr lang="en"/>
              <a:t>branch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Allows </a:t>
            </a:r>
            <a:r>
              <a:rPr lang="en"/>
              <a:t>creation</a:t>
            </a:r>
            <a:r>
              <a:rPr lang="en"/>
              <a:t> of independent lines of development.</a:t>
            </a:r>
            <a:endParaRPr/>
          </a:p>
        </p:txBody>
      </p:sp>
      <p:sp>
        <p:nvSpPr>
          <p:cNvPr id="841" name="Google Shape;841;p40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Concepts: Branch</a:t>
            </a:r>
            <a:endParaRPr/>
          </a:p>
        </p:txBody>
      </p:sp>
      <p:pic>
        <p:nvPicPr>
          <p:cNvPr id="842" name="Google Shape;8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1908" y="2594470"/>
            <a:ext cx="4520174" cy="201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0150" y="387600"/>
            <a:ext cx="1965900" cy="10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1"/>
          <p:cNvSpPr txBox="1"/>
          <p:nvPr>
            <p:ph idx="1" type="body"/>
          </p:nvPr>
        </p:nvSpPr>
        <p:spPr>
          <a:xfrm>
            <a:off x="720000" y="1401575"/>
            <a:ext cx="74565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Branching </a:t>
            </a:r>
            <a:r>
              <a:rPr lang="en"/>
              <a:t>is the process of creating a new independent line of development from a </a:t>
            </a:r>
            <a:r>
              <a:rPr lang="en"/>
              <a:t>specific</a:t>
            </a:r>
            <a:r>
              <a:rPr lang="en"/>
              <a:t> commit.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/>
              <a:t>Merging </a:t>
            </a:r>
            <a:r>
              <a:rPr lang="en"/>
              <a:t>the the process of combining the changes from one branch into another branch</a:t>
            </a:r>
            <a:endParaRPr/>
          </a:p>
        </p:txBody>
      </p:sp>
      <p:sp>
        <p:nvSpPr>
          <p:cNvPr id="849" name="Google Shape;849;p41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Key Concepts: Branching and Merging</a:t>
            </a:r>
            <a:endParaRPr/>
          </a:p>
        </p:txBody>
      </p:sp>
      <p:pic>
        <p:nvPicPr>
          <p:cNvPr id="850" name="Google Shape;8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438" y="2421700"/>
            <a:ext cx="6913125" cy="23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3375" y="304800"/>
            <a:ext cx="2077226" cy="109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" name="Google Shape;856;p42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857" name="Google Shape;857;p42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8" name="Google Shape;858;p42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859" name="Google Shape;859;p42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860" name="Google Shape;860;p42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42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2" name="Google Shape;862;p42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863" name="Google Shape;863;p42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42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65" name="Google Shape;865;p42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2"/>
          <p:cNvSpPr txBox="1"/>
          <p:nvPr>
            <p:ph type="title"/>
          </p:nvPr>
        </p:nvSpPr>
        <p:spPr>
          <a:xfrm>
            <a:off x="4478125" y="2755525"/>
            <a:ext cx="41784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What is GitHub?</a:t>
            </a:r>
            <a:endParaRPr sz="3900"/>
          </a:p>
        </p:txBody>
      </p:sp>
      <p:sp>
        <p:nvSpPr>
          <p:cNvPr id="867" name="Google Shape;867;p42"/>
          <p:cNvSpPr txBox="1"/>
          <p:nvPr>
            <p:ph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868" name="Google Shape;868;p42"/>
          <p:cNvPicPr preferRelativeResize="0"/>
          <p:nvPr/>
        </p:nvPicPr>
        <p:blipFill rotWithShape="1">
          <a:blip r:embed="rId3">
            <a:alphaModFix/>
          </a:blip>
          <a:srcRect b="0" l="22826" r="19178" t="0"/>
          <a:stretch/>
        </p:blipFill>
        <p:spPr>
          <a:xfrm>
            <a:off x="1405400" y="1311388"/>
            <a:ext cx="2926800" cy="2523300"/>
          </a:xfrm>
          <a:prstGeom prst="roundRect">
            <a:avLst>
              <a:gd fmla="val 1033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3"/>
          <p:cNvSpPr txBox="1"/>
          <p:nvPr>
            <p:ph idx="1" type="body"/>
          </p:nvPr>
        </p:nvSpPr>
        <p:spPr>
          <a:xfrm>
            <a:off x="720000" y="1401575"/>
            <a:ext cx="74565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Free cloud based Git repository hosting service (remote repository)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Adds extra functionality on top of git (E.g. pull requests, issue tracking, code review)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Largest web-based Git repo hosting service. (Alternatives: GitLab, BitBucket)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Serves as a social networking site where developers can openly network, collaborate, and pitch their work.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Github allows users to build a personal profile and </a:t>
            </a:r>
            <a:r>
              <a:rPr lang="en"/>
              <a:t>brand</a:t>
            </a:r>
            <a:r>
              <a:rPr lang="en"/>
              <a:t> for themselves.</a:t>
            </a:r>
            <a:endParaRPr/>
          </a:p>
        </p:txBody>
      </p:sp>
      <p:sp>
        <p:nvSpPr>
          <p:cNvPr id="874" name="Google Shape;874;p43"/>
          <p:cNvSpPr txBox="1"/>
          <p:nvPr>
            <p:ph type="title"/>
          </p:nvPr>
        </p:nvSpPr>
        <p:spPr>
          <a:xfrm>
            <a:off x="720000" y="387600"/>
            <a:ext cx="549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GitHub?</a:t>
            </a:r>
            <a:endParaRPr/>
          </a:p>
        </p:txBody>
      </p:sp>
      <p:pic>
        <p:nvPicPr>
          <p:cNvPr id="875" name="Google Shape;875;p43"/>
          <p:cNvPicPr preferRelativeResize="0"/>
          <p:nvPr/>
        </p:nvPicPr>
        <p:blipFill rotWithShape="1">
          <a:blip r:embed="rId3">
            <a:alphaModFix/>
          </a:blip>
          <a:srcRect b="0" l="26379" r="27791" t="0"/>
          <a:stretch/>
        </p:blipFill>
        <p:spPr>
          <a:xfrm>
            <a:off x="6792825" y="235300"/>
            <a:ext cx="1383674" cy="14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44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881" name="Google Shape;881;p44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2" name="Google Shape;882;p44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883" name="Google Shape;883;p44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884" name="Google Shape;884;p44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44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6" name="Google Shape;886;p44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887" name="Google Shape;887;p44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8" name="Google Shape;888;p44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889" name="Google Shape;889;p44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4"/>
          <p:cNvSpPr txBox="1"/>
          <p:nvPr>
            <p:ph type="title"/>
          </p:nvPr>
        </p:nvSpPr>
        <p:spPr>
          <a:xfrm>
            <a:off x="4418325" y="2755525"/>
            <a:ext cx="42381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Git Vs </a:t>
            </a:r>
            <a:r>
              <a:rPr lang="en" sz="3700"/>
              <a:t>GitHub</a:t>
            </a:r>
            <a:endParaRPr sz="3700"/>
          </a:p>
        </p:txBody>
      </p:sp>
      <p:sp>
        <p:nvSpPr>
          <p:cNvPr id="891" name="Google Shape;891;p44"/>
          <p:cNvSpPr txBox="1"/>
          <p:nvPr>
            <p:ph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892" name="Google Shape;892;p4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2430" r="15434" t="0"/>
          <a:stretch/>
        </p:blipFill>
        <p:spPr>
          <a:xfrm>
            <a:off x="1371626" y="1128850"/>
            <a:ext cx="2690700" cy="2888400"/>
          </a:xfrm>
          <a:prstGeom prst="roundRect">
            <a:avLst>
              <a:gd fmla="val 8243" name="adj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7" name="Google Shape;897;p45"/>
          <p:cNvGraphicFramePr/>
          <p:nvPr/>
        </p:nvGraphicFramePr>
        <p:xfrm>
          <a:off x="862750" y="101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{09A05B0A-9650-4265-80C0-7DE3716D6DBB}</a:tableStyleId>
              </a:tblPr>
              <a:tblGrid>
                <a:gridCol w="2472825"/>
                <a:gridCol w="2472825"/>
                <a:gridCol w="2472825"/>
              </a:tblGrid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GIT</a:t>
                      </a:r>
                      <a:endParaRPr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GitHub</a:t>
                      </a:r>
                      <a:endParaRPr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What is it?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Software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Service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Focus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Version Control and Code sharing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Web-based centralized repo hosting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Installation Location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Installed locally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Hosted in the cloud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Ownership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Linux Foundation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Microsoft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Access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Offline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Online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Management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Interface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Primarily a command line tool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Primarily a web app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Desktop Interface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Git GUI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GitHub Desktop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</a:t>
                      </a:r>
                      <a:endParaRPr b="1"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 Source and free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Includes a free tier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64000" marB="91425" marR="91425" marL="91425" anchor="ctr">
                    <a:lnL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8" name="Google Shape;898;p45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VS GITHUB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3" name="Google Shape;903;p46"/>
          <p:cNvGrpSpPr/>
          <p:nvPr/>
        </p:nvGrpSpPr>
        <p:grpSpPr>
          <a:xfrm flipH="1">
            <a:off x="487350" y="750055"/>
            <a:ext cx="8169300" cy="3645973"/>
            <a:chOff x="491950" y="691361"/>
            <a:chExt cx="8169300" cy="3645973"/>
          </a:xfrm>
        </p:grpSpPr>
        <p:sp>
          <p:nvSpPr>
            <p:cNvPr id="904" name="Google Shape;904;p46"/>
            <p:cNvSpPr/>
            <p:nvPr/>
          </p:nvSpPr>
          <p:spPr>
            <a:xfrm>
              <a:off x="491950" y="748605"/>
              <a:ext cx="8169300" cy="35289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5" name="Google Shape;905;p46"/>
            <p:cNvGrpSpPr/>
            <p:nvPr/>
          </p:nvGrpSpPr>
          <p:grpSpPr>
            <a:xfrm>
              <a:off x="1175641" y="691361"/>
              <a:ext cx="3455608" cy="3645973"/>
              <a:chOff x="1214923" y="691592"/>
              <a:chExt cx="3455608" cy="3645973"/>
            </a:xfrm>
          </p:grpSpPr>
          <p:grpSp>
            <p:nvGrpSpPr>
              <p:cNvPr id="906" name="Google Shape;906;p46"/>
              <p:cNvGrpSpPr/>
              <p:nvPr/>
            </p:nvGrpSpPr>
            <p:grpSpPr>
              <a:xfrm>
                <a:off x="4552036" y="691592"/>
                <a:ext cx="118496" cy="119189"/>
                <a:chOff x="6916887" y="668259"/>
                <a:chExt cx="102870" cy="103481"/>
              </a:xfrm>
            </p:grpSpPr>
            <p:sp>
              <p:nvSpPr>
                <p:cNvPr id="907" name="Google Shape;907;p46"/>
                <p:cNvSpPr/>
                <p:nvPr/>
              </p:nvSpPr>
              <p:spPr>
                <a:xfrm>
                  <a:off x="6940943" y="6923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8" name="Google Shape;908;p46"/>
                <p:cNvSpPr/>
                <p:nvPr/>
              </p:nvSpPr>
              <p:spPr>
                <a:xfrm>
                  <a:off x="6916887" y="6682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9" name="Google Shape;909;p46"/>
              <p:cNvGrpSpPr/>
              <p:nvPr/>
            </p:nvGrpSpPr>
            <p:grpSpPr>
              <a:xfrm>
                <a:off x="1214923" y="4218376"/>
                <a:ext cx="118496" cy="119189"/>
                <a:chOff x="6620258" y="1227459"/>
                <a:chExt cx="102870" cy="103481"/>
              </a:xfrm>
            </p:grpSpPr>
            <p:sp>
              <p:nvSpPr>
                <p:cNvPr id="910" name="Google Shape;910;p46"/>
                <p:cNvSpPr/>
                <p:nvPr/>
              </p:nvSpPr>
              <p:spPr>
                <a:xfrm>
                  <a:off x="6644314" y="1251515"/>
                  <a:ext cx="54757" cy="55370"/>
                </a:xfrm>
                <a:custGeom>
                  <a:rect b="b" l="l" r="r" t="t"/>
                  <a:pathLst>
                    <a:path extrusionOk="0" h="900" w="890">
                      <a:moveTo>
                        <a:pt x="445" y="0"/>
                      </a:moveTo>
                      <a:cubicBezTo>
                        <a:pt x="202" y="0"/>
                        <a:pt x="1" y="201"/>
                        <a:pt x="1" y="455"/>
                      </a:cubicBezTo>
                      <a:cubicBezTo>
                        <a:pt x="1" y="698"/>
                        <a:pt x="202" y="899"/>
                        <a:pt x="445" y="899"/>
                      </a:cubicBezTo>
                      <a:cubicBezTo>
                        <a:pt x="688" y="899"/>
                        <a:pt x="889" y="698"/>
                        <a:pt x="889" y="455"/>
                      </a:cubicBezTo>
                      <a:cubicBezTo>
                        <a:pt x="889" y="201"/>
                        <a:pt x="688" y="0"/>
                        <a:pt x="4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46"/>
                <p:cNvSpPr/>
                <p:nvPr/>
              </p:nvSpPr>
              <p:spPr>
                <a:xfrm>
                  <a:off x="6620258" y="1227459"/>
                  <a:ext cx="102870" cy="103481"/>
                </a:xfrm>
                <a:custGeom>
                  <a:rect b="b" l="l" r="r" t="t"/>
                  <a:pathLst>
                    <a:path extrusionOk="0" h="1682" w="1672">
                      <a:moveTo>
                        <a:pt x="836" y="106"/>
                      </a:moveTo>
                      <a:cubicBezTo>
                        <a:pt x="1238" y="106"/>
                        <a:pt x="1566" y="434"/>
                        <a:pt x="1566" y="846"/>
                      </a:cubicBezTo>
                      <a:cubicBezTo>
                        <a:pt x="1566" y="1248"/>
                        <a:pt x="1238" y="1576"/>
                        <a:pt x="836" y="1576"/>
                      </a:cubicBezTo>
                      <a:cubicBezTo>
                        <a:pt x="434" y="1576"/>
                        <a:pt x="106" y="1248"/>
                        <a:pt x="106" y="846"/>
                      </a:cubicBezTo>
                      <a:cubicBezTo>
                        <a:pt x="106" y="434"/>
                        <a:pt x="434" y="106"/>
                        <a:pt x="836" y="106"/>
                      </a:cubicBezTo>
                      <a:close/>
                      <a:moveTo>
                        <a:pt x="836" y="0"/>
                      </a:moveTo>
                      <a:cubicBezTo>
                        <a:pt x="371" y="0"/>
                        <a:pt x="1" y="381"/>
                        <a:pt x="1" y="846"/>
                      </a:cubicBezTo>
                      <a:cubicBezTo>
                        <a:pt x="1" y="1301"/>
                        <a:pt x="371" y="1681"/>
                        <a:pt x="836" y="1681"/>
                      </a:cubicBezTo>
                      <a:cubicBezTo>
                        <a:pt x="1301" y="1681"/>
                        <a:pt x="1671" y="1301"/>
                        <a:pt x="1671" y="846"/>
                      </a:cubicBezTo>
                      <a:cubicBezTo>
                        <a:pt x="1671" y="381"/>
                        <a:pt x="1301" y="0"/>
                        <a:pt x="8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912" name="Google Shape;912;p46"/>
          <p:cNvSpPr/>
          <p:nvPr/>
        </p:nvSpPr>
        <p:spPr>
          <a:xfrm flipH="1">
            <a:off x="1104200" y="670500"/>
            <a:ext cx="2818500" cy="38025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6"/>
          <p:cNvSpPr txBox="1"/>
          <p:nvPr>
            <p:ph type="title"/>
          </p:nvPr>
        </p:nvSpPr>
        <p:spPr>
          <a:xfrm>
            <a:off x="4552900" y="2755525"/>
            <a:ext cx="3942000" cy="10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Demo</a:t>
            </a:r>
            <a:endParaRPr sz="4000"/>
          </a:p>
        </p:txBody>
      </p:sp>
      <p:sp>
        <p:nvSpPr>
          <p:cNvPr id="914" name="Google Shape;914;p46"/>
          <p:cNvSpPr txBox="1"/>
          <p:nvPr>
            <p:ph idx="2" type="title"/>
          </p:nvPr>
        </p:nvSpPr>
        <p:spPr>
          <a:xfrm>
            <a:off x="4774325" y="1337250"/>
            <a:ext cx="13131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915" name="Google Shape;915;p4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6669" r="16676" t="0"/>
          <a:stretch/>
        </p:blipFill>
        <p:spPr>
          <a:xfrm>
            <a:off x="1267175" y="1044450"/>
            <a:ext cx="3054000" cy="30546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47"/>
          <p:cNvGrpSpPr/>
          <p:nvPr/>
        </p:nvGrpSpPr>
        <p:grpSpPr>
          <a:xfrm flipH="1">
            <a:off x="487350" y="566398"/>
            <a:ext cx="8169300" cy="4010705"/>
            <a:chOff x="487350" y="566398"/>
            <a:chExt cx="8169300" cy="4010705"/>
          </a:xfrm>
        </p:grpSpPr>
        <p:sp>
          <p:nvSpPr>
            <p:cNvPr id="921" name="Google Shape;921;p47"/>
            <p:cNvSpPr/>
            <p:nvPr/>
          </p:nvSpPr>
          <p:spPr>
            <a:xfrm rot="10800000">
              <a:off x="487350" y="627965"/>
              <a:ext cx="8169300" cy="3884400"/>
            </a:xfrm>
            <a:prstGeom prst="roundRect">
              <a:avLst>
                <a:gd fmla="val 6093" name="adj"/>
              </a:avLst>
            </a:prstGeom>
            <a:noFill/>
            <a:ln cap="flat" cmpd="sng" w="9525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2" name="Google Shape;922;p47"/>
            <p:cNvGrpSpPr/>
            <p:nvPr/>
          </p:nvGrpSpPr>
          <p:grpSpPr>
            <a:xfrm rot="10800000">
              <a:off x="4478151" y="4457913"/>
              <a:ext cx="118496" cy="119189"/>
              <a:chOff x="6916887" y="844381"/>
              <a:chExt cx="102870" cy="103481"/>
            </a:xfrm>
          </p:grpSpPr>
          <p:sp>
            <p:nvSpPr>
              <p:cNvPr id="923" name="Google Shape;923;p47"/>
              <p:cNvSpPr/>
              <p:nvPr/>
            </p:nvSpPr>
            <p:spPr>
              <a:xfrm>
                <a:off x="6940943" y="868436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47"/>
              <p:cNvSpPr/>
              <p:nvPr/>
            </p:nvSpPr>
            <p:spPr>
              <a:xfrm>
                <a:off x="6916887" y="844381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5" name="Google Shape;925;p47"/>
            <p:cNvGrpSpPr/>
            <p:nvPr/>
          </p:nvGrpSpPr>
          <p:grpSpPr>
            <a:xfrm rot="10800000">
              <a:off x="6888914" y="566398"/>
              <a:ext cx="118496" cy="119189"/>
              <a:chOff x="6620258" y="1050444"/>
              <a:chExt cx="102870" cy="103481"/>
            </a:xfrm>
          </p:grpSpPr>
          <p:sp>
            <p:nvSpPr>
              <p:cNvPr id="926" name="Google Shape;926;p47"/>
              <p:cNvSpPr/>
              <p:nvPr/>
            </p:nvSpPr>
            <p:spPr>
              <a:xfrm>
                <a:off x="6644314" y="1074499"/>
                <a:ext cx="54757" cy="55370"/>
              </a:xfrm>
              <a:custGeom>
                <a:rect b="b" l="l" r="r" t="t"/>
                <a:pathLst>
                  <a:path extrusionOk="0" h="900" w="890">
                    <a:moveTo>
                      <a:pt x="445" y="0"/>
                    </a:moveTo>
                    <a:cubicBezTo>
                      <a:pt x="202" y="0"/>
                      <a:pt x="1" y="201"/>
                      <a:pt x="1" y="455"/>
                    </a:cubicBezTo>
                    <a:cubicBezTo>
                      <a:pt x="1" y="698"/>
                      <a:pt x="202" y="899"/>
                      <a:pt x="445" y="899"/>
                    </a:cubicBezTo>
                    <a:cubicBezTo>
                      <a:pt x="688" y="899"/>
                      <a:pt x="889" y="698"/>
                      <a:pt x="889" y="455"/>
                    </a:cubicBezTo>
                    <a:cubicBezTo>
                      <a:pt x="889" y="201"/>
                      <a:pt x="688" y="0"/>
                      <a:pt x="4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47"/>
              <p:cNvSpPr/>
              <p:nvPr/>
            </p:nvSpPr>
            <p:spPr>
              <a:xfrm>
                <a:off x="6620258" y="1050444"/>
                <a:ext cx="102870" cy="103481"/>
              </a:xfrm>
              <a:custGeom>
                <a:rect b="b" l="l" r="r" t="t"/>
                <a:pathLst>
                  <a:path extrusionOk="0" h="1682" w="1672">
                    <a:moveTo>
                      <a:pt x="836" y="106"/>
                    </a:moveTo>
                    <a:cubicBezTo>
                      <a:pt x="1238" y="106"/>
                      <a:pt x="1566" y="434"/>
                      <a:pt x="1566" y="846"/>
                    </a:cubicBezTo>
                    <a:cubicBezTo>
                      <a:pt x="1566" y="1248"/>
                      <a:pt x="1238" y="1576"/>
                      <a:pt x="836" y="1576"/>
                    </a:cubicBezTo>
                    <a:cubicBezTo>
                      <a:pt x="434" y="1576"/>
                      <a:pt x="106" y="1248"/>
                      <a:pt x="106" y="846"/>
                    </a:cubicBezTo>
                    <a:cubicBezTo>
                      <a:pt x="106" y="434"/>
                      <a:pt x="434" y="106"/>
                      <a:pt x="836" y="106"/>
                    </a:cubicBezTo>
                    <a:close/>
                    <a:moveTo>
                      <a:pt x="836" y="0"/>
                    </a:moveTo>
                    <a:cubicBezTo>
                      <a:pt x="371" y="0"/>
                      <a:pt x="1" y="381"/>
                      <a:pt x="1" y="846"/>
                    </a:cubicBezTo>
                    <a:cubicBezTo>
                      <a:pt x="1" y="1301"/>
                      <a:pt x="371" y="1681"/>
                      <a:pt x="836" y="1681"/>
                    </a:cubicBezTo>
                    <a:cubicBezTo>
                      <a:pt x="1301" y="1681"/>
                      <a:pt x="1671" y="1301"/>
                      <a:pt x="1671" y="846"/>
                    </a:cubicBezTo>
                    <a:cubicBezTo>
                      <a:pt x="1671" y="381"/>
                      <a:pt x="1301" y="0"/>
                      <a:pt x="8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8" name="Google Shape;928;p47"/>
          <p:cNvSpPr txBox="1"/>
          <p:nvPr>
            <p:ph type="title"/>
          </p:nvPr>
        </p:nvSpPr>
        <p:spPr>
          <a:xfrm>
            <a:off x="791124" y="878325"/>
            <a:ext cx="3849600" cy="12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For more resources</a:t>
            </a:r>
            <a:endParaRPr sz="3000"/>
          </a:p>
        </p:txBody>
      </p:sp>
      <p:sp>
        <p:nvSpPr>
          <p:cNvPr id="929" name="Google Shape;929;p47"/>
          <p:cNvSpPr/>
          <p:nvPr/>
        </p:nvSpPr>
        <p:spPr>
          <a:xfrm>
            <a:off x="5106038" y="481050"/>
            <a:ext cx="2818500" cy="41814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0" name="Google Shape;930;p47"/>
          <p:cNvGrpSpPr/>
          <p:nvPr/>
        </p:nvGrpSpPr>
        <p:grpSpPr>
          <a:xfrm>
            <a:off x="4718381" y="969507"/>
            <a:ext cx="3593814" cy="3204486"/>
            <a:chOff x="4958477" y="1119675"/>
            <a:chExt cx="3207331" cy="2859872"/>
          </a:xfrm>
        </p:grpSpPr>
        <p:grpSp>
          <p:nvGrpSpPr>
            <p:cNvPr id="931" name="Google Shape;931;p47"/>
            <p:cNvGrpSpPr/>
            <p:nvPr/>
          </p:nvGrpSpPr>
          <p:grpSpPr>
            <a:xfrm>
              <a:off x="4961661" y="2326591"/>
              <a:ext cx="560296" cy="632744"/>
              <a:chOff x="4961661" y="2326591"/>
              <a:chExt cx="560296" cy="632744"/>
            </a:xfrm>
          </p:grpSpPr>
          <p:sp>
            <p:nvSpPr>
              <p:cNvPr id="932" name="Google Shape;932;p47"/>
              <p:cNvSpPr/>
              <p:nvPr/>
            </p:nvSpPr>
            <p:spPr>
              <a:xfrm>
                <a:off x="4961661" y="2326591"/>
                <a:ext cx="560296" cy="193794"/>
              </a:xfrm>
              <a:custGeom>
                <a:rect b="b" l="l" r="r" t="t"/>
                <a:pathLst>
                  <a:path extrusionOk="0" h="3226" w="9327">
                    <a:moveTo>
                      <a:pt x="339" y="1"/>
                    </a:moveTo>
                    <a:cubicBezTo>
                      <a:pt x="148" y="1"/>
                      <a:pt x="0" y="149"/>
                      <a:pt x="0" y="339"/>
                    </a:cubicBezTo>
                    <a:lnTo>
                      <a:pt x="0" y="2888"/>
                    </a:lnTo>
                    <a:cubicBezTo>
                      <a:pt x="0" y="3078"/>
                      <a:pt x="148" y="3226"/>
                      <a:pt x="339" y="3226"/>
                    </a:cubicBezTo>
                    <a:lnTo>
                      <a:pt x="8988" y="3226"/>
                    </a:lnTo>
                    <a:cubicBezTo>
                      <a:pt x="9179" y="3226"/>
                      <a:pt x="9327" y="3078"/>
                      <a:pt x="9327" y="2888"/>
                    </a:cubicBezTo>
                    <a:lnTo>
                      <a:pt x="9327" y="339"/>
                    </a:lnTo>
                    <a:cubicBezTo>
                      <a:pt x="9327" y="149"/>
                      <a:pt x="9179" y="1"/>
                      <a:pt x="8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47"/>
              <p:cNvSpPr/>
              <p:nvPr/>
            </p:nvSpPr>
            <p:spPr>
              <a:xfrm>
                <a:off x="5002931" y="2402823"/>
                <a:ext cx="40729" cy="41390"/>
              </a:xfrm>
              <a:custGeom>
                <a:rect b="b" l="l" r="r" t="t"/>
                <a:pathLst>
                  <a:path extrusionOk="0" h="689" w="678">
                    <a:moveTo>
                      <a:pt x="339" y="1"/>
                    </a:moveTo>
                    <a:cubicBezTo>
                      <a:pt x="149" y="1"/>
                      <a:pt x="1" y="159"/>
                      <a:pt x="1" y="350"/>
                    </a:cubicBezTo>
                    <a:cubicBezTo>
                      <a:pt x="1" y="529"/>
                      <a:pt x="149" y="688"/>
                      <a:pt x="339" y="688"/>
                    </a:cubicBezTo>
                    <a:cubicBezTo>
                      <a:pt x="529" y="688"/>
                      <a:pt x="677" y="529"/>
                      <a:pt x="677" y="350"/>
                    </a:cubicBezTo>
                    <a:cubicBezTo>
                      <a:pt x="677" y="159"/>
                      <a:pt x="529" y="1"/>
                      <a:pt x="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47"/>
              <p:cNvSpPr/>
              <p:nvPr/>
            </p:nvSpPr>
            <p:spPr>
              <a:xfrm>
                <a:off x="5093761" y="2402823"/>
                <a:ext cx="41330" cy="41390"/>
              </a:xfrm>
              <a:custGeom>
                <a:rect b="b" l="l" r="r" t="t"/>
                <a:pathLst>
                  <a:path extrusionOk="0" h="689" w="688">
                    <a:moveTo>
                      <a:pt x="350" y="1"/>
                    </a:moveTo>
                    <a:cubicBezTo>
                      <a:pt x="159" y="1"/>
                      <a:pt x="1" y="159"/>
                      <a:pt x="1" y="350"/>
                    </a:cubicBezTo>
                    <a:cubicBezTo>
                      <a:pt x="1" y="529"/>
                      <a:pt x="159" y="688"/>
                      <a:pt x="350" y="688"/>
                    </a:cubicBezTo>
                    <a:cubicBezTo>
                      <a:pt x="529" y="688"/>
                      <a:pt x="688" y="529"/>
                      <a:pt x="688" y="350"/>
                    </a:cubicBezTo>
                    <a:cubicBezTo>
                      <a:pt x="688" y="159"/>
                      <a:pt x="529" y="1"/>
                      <a:pt x="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47"/>
              <p:cNvSpPr/>
              <p:nvPr/>
            </p:nvSpPr>
            <p:spPr>
              <a:xfrm>
                <a:off x="5185251" y="2402823"/>
                <a:ext cx="40729" cy="41390"/>
              </a:xfrm>
              <a:custGeom>
                <a:rect b="b" l="l" r="r" t="t"/>
                <a:pathLst>
                  <a:path extrusionOk="0" h="689" w="678">
                    <a:moveTo>
                      <a:pt x="339" y="1"/>
                    </a:moveTo>
                    <a:cubicBezTo>
                      <a:pt x="159" y="1"/>
                      <a:pt x="0" y="159"/>
                      <a:pt x="0" y="350"/>
                    </a:cubicBezTo>
                    <a:cubicBezTo>
                      <a:pt x="0" y="529"/>
                      <a:pt x="159" y="688"/>
                      <a:pt x="339" y="688"/>
                    </a:cubicBezTo>
                    <a:cubicBezTo>
                      <a:pt x="529" y="688"/>
                      <a:pt x="677" y="529"/>
                      <a:pt x="677" y="350"/>
                    </a:cubicBezTo>
                    <a:cubicBezTo>
                      <a:pt x="677" y="159"/>
                      <a:pt x="529" y="1"/>
                      <a:pt x="3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47"/>
              <p:cNvSpPr/>
              <p:nvPr/>
            </p:nvSpPr>
            <p:spPr>
              <a:xfrm>
                <a:off x="4961661" y="2546396"/>
                <a:ext cx="560296" cy="193193"/>
              </a:xfrm>
              <a:custGeom>
                <a:rect b="b" l="l" r="r" t="t"/>
                <a:pathLst>
                  <a:path extrusionOk="0" h="3216" w="9327">
                    <a:moveTo>
                      <a:pt x="339" y="0"/>
                    </a:moveTo>
                    <a:cubicBezTo>
                      <a:pt x="148" y="0"/>
                      <a:pt x="0" y="149"/>
                      <a:pt x="0" y="328"/>
                    </a:cubicBezTo>
                    <a:lnTo>
                      <a:pt x="0" y="2887"/>
                    </a:lnTo>
                    <a:cubicBezTo>
                      <a:pt x="0" y="3067"/>
                      <a:pt x="148" y="3215"/>
                      <a:pt x="339" y="3215"/>
                    </a:cubicBezTo>
                    <a:lnTo>
                      <a:pt x="8988" y="3215"/>
                    </a:lnTo>
                    <a:cubicBezTo>
                      <a:pt x="9179" y="3215"/>
                      <a:pt x="9327" y="3067"/>
                      <a:pt x="9327" y="2887"/>
                    </a:cubicBezTo>
                    <a:lnTo>
                      <a:pt x="9327" y="328"/>
                    </a:lnTo>
                    <a:cubicBezTo>
                      <a:pt x="9327" y="149"/>
                      <a:pt x="9179" y="0"/>
                      <a:pt x="89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47"/>
              <p:cNvSpPr/>
              <p:nvPr/>
            </p:nvSpPr>
            <p:spPr>
              <a:xfrm>
                <a:off x="5002931" y="2622628"/>
                <a:ext cx="40729" cy="40729"/>
              </a:xfrm>
              <a:custGeom>
                <a:rect b="b" l="l" r="r" t="t"/>
                <a:pathLst>
                  <a:path extrusionOk="0" h="678" w="678">
                    <a:moveTo>
                      <a:pt x="339" y="0"/>
                    </a:moveTo>
                    <a:cubicBezTo>
                      <a:pt x="149" y="0"/>
                      <a:pt x="1" y="148"/>
                      <a:pt x="1" y="339"/>
                    </a:cubicBezTo>
                    <a:cubicBezTo>
                      <a:pt x="1" y="529"/>
                      <a:pt x="149" y="677"/>
                      <a:pt x="339" y="677"/>
                    </a:cubicBezTo>
                    <a:cubicBezTo>
                      <a:pt x="529" y="677"/>
                      <a:pt x="677" y="529"/>
                      <a:pt x="677" y="339"/>
                    </a:cubicBezTo>
                    <a:cubicBezTo>
                      <a:pt x="677" y="148"/>
                      <a:pt x="529" y="0"/>
                      <a:pt x="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47"/>
              <p:cNvSpPr/>
              <p:nvPr/>
            </p:nvSpPr>
            <p:spPr>
              <a:xfrm>
                <a:off x="5093761" y="2622628"/>
                <a:ext cx="41330" cy="40729"/>
              </a:xfrm>
              <a:custGeom>
                <a:rect b="b" l="l" r="r" t="t"/>
                <a:pathLst>
                  <a:path extrusionOk="0" h="678" w="688">
                    <a:moveTo>
                      <a:pt x="350" y="0"/>
                    </a:moveTo>
                    <a:cubicBezTo>
                      <a:pt x="159" y="0"/>
                      <a:pt x="1" y="148"/>
                      <a:pt x="1" y="339"/>
                    </a:cubicBezTo>
                    <a:cubicBezTo>
                      <a:pt x="1" y="529"/>
                      <a:pt x="159" y="677"/>
                      <a:pt x="350" y="677"/>
                    </a:cubicBezTo>
                    <a:cubicBezTo>
                      <a:pt x="529" y="677"/>
                      <a:pt x="688" y="529"/>
                      <a:pt x="688" y="339"/>
                    </a:cubicBezTo>
                    <a:cubicBezTo>
                      <a:pt x="688" y="148"/>
                      <a:pt x="529" y="0"/>
                      <a:pt x="3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47"/>
              <p:cNvSpPr/>
              <p:nvPr/>
            </p:nvSpPr>
            <p:spPr>
              <a:xfrm>
                <a:off x="5185251" y="2622628"/>
                <a:ext cx="40729" cy="40729"/>
              </a:xfrm>
              <a:custGeom>
                <a:rect b="b" l="l" r="r" t="t"/>
                <a:pathLst>
                  <a:path extrusionOk="0" h="678" w="678">
                    <a:moveTo>
                      <a:pt x="339" y="0"/>
                    </a:moveTo>
                    <a:cubicBezTo>
                      <a:pt x="159" y="0"/>
                      <a:pt x="0" y="148"/>
                      <a:pt x="0" y="339"/>
                    </a:cubicBezTo>
                    <a:cubicBezTo>
                      <a:pt x="0" y="529"/>
                      <a:pt x="159" y="677"/>
                      <a:pt x="339" y="677"/>
                    </a:cubicBezTo>
                    <a:cubicBezTo>
                      <a:pt x="529" y="677"/>
                      <a:pt x="677" y="529"/>
                      <a:pt x="677" y="339"/>
                    </a:cubicBezTo>
                    <a:cubicBezTo>
                      <a:pt x="677" y="148"/>
                      <a:pt x="529" y="0"/>
                      <a:pt x="3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47"/>
              <p:cNvSpPr/>
              <p:nvPr/>
            </p:nvSpPr>
            <p:spPr>
              <a:xfrm>
                <a:off x="4961661" y="2765541"/>
                <a:ext cx="560296" cy="193794"/>
              </a:xfrm>
              <a:custGeom>
                <a:rect b="b" l="l" r="r" t="t"/>
                <a:pathLst>
                  <a:path extrusionOk="0" h="3226" w="9327">
                    <a:moveTo>
                      <a:pt x="339" y="1"/>
                    </a:moveTo>
                    <a:cubicBezTo>
                      <a:pt x="148" y="1"/>
                      <a:pt x="0" y="149"/>
                      <a:pt x="0" y="328"/>
                    </a:cubicBezTo>
                    <a:lnTo>
                      <a:pt x="0" y="2887"/>
                    </a:lnTo>
                    <a:cubicBezTo>
                      <a:pt x="0" y="3078"/>
                      <a:pt x="148" y="3226"/>
                      <a:pt x="339" y="3226"/>
                    </a:cubicBezTo>
                    <a:lnTo>
                      <a:pt x="8988" y="3226"/>
                    </a:lnTo>
                    <a:cubicBezTo>
                      <a:pt x="9179" y="3226"/>
                      <a:pt x="9327" y="3078"/>
                      <a:pt x="9327" y="2887"/>
                    </a:cubicBezTo>
                    <a:lnTo>
                      <a:pt x="9327" y="328"/>
                    </a:lnTo>
                    <a:cubicBezTo>
                      <a:pt x="9327" y="149"/>
                      <a:pt x="9179" y="1"/>
                      <a:pt x="8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47"/>
              <p:cNvSpPr/>
              <p:nvPr/>
            </p:nvSpPr>
            <p:spPr>
              <a:xfrm>
                <a:off x="5002931" y="2841773"/>
                <a:ext cx="40729" cy="41330"/>
              </a:xfrm>
              <a:custGeom>
                <a:rect b="b" l="l" r="r" t="t"/>
                <a:pathLst>
                  <a:path extrusionOk="0" h="688" w="678">
                    <a:moveTo>
                      <a:pt x="339" y="1"/>
                    </a:moveTo>
                    <a:cubicBezTo>
                      <a:pt x="149" y="1"/>
                      <a:pt x="1" y="159"/>
                      <a:pt x="1" y="339"/>
                    </a:cubicBezTo>
                    <a:cubicBezTo>
                      <a:pt x="1" y="529"/>
                      <a:pt x="149" y="688"/>
                      <a:pt x="339" y="688"/>
                    </a:cubicBezTo>
                    <a:cubicBezTo>
                      <a:pt x="529" y="688"/>
                      <a:pt x="677" y="529"/>
                      <a:pt x="677" y="339"/>
                    </a:cubicBezTo>
                    <a:cubicBezTo>
                      <a:pt x="677" y="159"/>
                      <a:pt x="529" y="1"/>
                      <a:pt x="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47"/>
              <p:cNvSpPr/>
              <p:nvPr/>
            </p:nvSpPr>
            <p:spPr>
              <a:xfrm>
                <a:off x="5093761" y="2841773"/>
                <a:ext cx="41330" cy="41330"/>
              </a:xfrm>
              <a:custGeom>
                <a:rect b="b" l="l" r="r" t="t"/>
                <a:pathLst>
                  <a:path extrusionOk="0" h="688" w="688">
                    <a:moveTo>
                      <a:pt x="350" y="1"/>
                    </a:moveTo>
                    <a:cubicBezTo>
                      <a:pt x="159" y="1"/>
                      <a:pt x="1" y="159"/>
                      <a:pt x="1" y="349"/>
                    </a:cubicBezTo>
                    <a:cubicBezTo>
                      <a:pt x="1" y="529"/>
                      <a:pt x="159" y="688"/>
                      <a:pt x="350" y="688"/>
                    </a:cubicBezTo>
                    <a:cubicBezTo>
                      <a:pt x="529" y="688"/>
                      <a:pt x="688" y="529"/>
                      <a:pt x="688" y="349"/>
                    </a:cubicBezTo>
                    <a:cubicBezTo>
                      <a:pt x="688" y="159"/>
                      <a:pt x="529" y="1"/>
                      <a:pt x="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47"/>
              <p:cNvSpPr/>
              <p:nvPr/>
            </p:nvSpPr>
            <p:spPr>
              <a:xfrm>
                <a:off x="5185251" y="2841773"/>
                <a:ext cx="40729" cy="41330"/>
              </a:xfrm>
              <a:custGeom>
                <a:rect b="b" l="l" r="r" t="t"/>
                <a:pathLst>
                  <a:path extrusionOk="0" h="688" w="678">
                    <a:moveTo>
                      <a:pt x="339" y="1"/>
                    </a:moveTo>
                    <a:cubicBezTo>
                      <a:pt x="159" y="1"/>
                      <a:pt x="0" y="159"/>
                      <a:pt x="0" y="339"/>
                    </a:cubicBezTo>
                    <a:cubicBezTo>
                      <a:pt x="0" y="529"/>
                      <a:pt x="159" y="688"/>
                      <a:pt x="339" y="688"/>
                    </a:cubicBezTo>
                    <a:cubicBezTo>
                      <a:pt x="529" y="688"/>
                      <a:pt x="677" y="529"/>
                      <a:pt x="677" y="339"/>
                    </a:cubicBezTo>
                    <a:cubicBezTo>
                      <a:pt x="677" y="159"/>
                      <a:pt x="529" y="1"/>
                      <a:pt x="3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4" name="Google Shape;944;p47"/>
            <p:cNvSpPr/>
            <p:nvPr/>
          </p:nvSpPr>
          <p:spPr>
            <a:xfrm>
              <a:off x="6798738" y="1307701"/>
              <a:ext cx="725496" cy="724835"/>
            </a:xfrm>
            <a:custGeom>
              <a:rect b="b" l="l" r="r" t="t"/>
              <a:pathLst>
                <a:path extrusionOk="0" h="12066" w="12077">
                  <a:moveTo>
                    <a:pt x="6038" y="3332"/>
                  </a:moveTo>
                  <a:cubicBezTo>
                    <a:pt x="7529" y="3332"/>
                    <a:pt x="8735" y="4537"/>
                    <a:pt x="8735" y="6028"/>
                  </a:cubicBezTo>
                  <a:cubicBezTo>
                    <a:pt x="8735" y="7519"/>
                    <a:pt x="7529" y="8735"/>
                    <a:pt x="6038" y="8735"/>
                  </a:cubicBezTo>
                  <a:cubicBezTo>
                    <a:pt x="4547" y="8735"/>
                    <a:pt x="3342" y="7519"/>
                    <a:pt x="3342" y="6028"/>
                  </a:cubicBezTo>
                  <a:cubicBezTo>
                    <a:pt x="3342" y="4537"/>
                    <a:pt x="4547" y="3332"/>
                    <a:pt x="6038" y="3332"/>
                  </a:cubicBezTo>
                  <a:close/>
                  <a:moveTo>
                    <a:pt x="5541" y="1"/>
                  </a:moveTo>
                  <a:cubicBezTo>
                    <a:pt x="5097" y="1"/>
                    <a:pt x="4727" y="360"/>
                    <a:pt x="4727" y="815"/>
                  </a:cubicBezTo>
                  <a:lnTo>
                    <a:pt x="4727" y="2031"/>
                  </a:lnTo>
                  <a:cubicBezTo>
                    <a:pt x="4558" y="2084"/>
                    <a:pt x="4388" y="2147"/>
                    <a:pt x="4230" y="2232"/>
                  </a:cubicBezTo>
                  <a:lnTo>
                    <a:pt x="3394" y="1344"/>
                  </a:lnTo>
                  <a:cubicBezTo>
                    <a:pt x="3236" y="1174"/>
                    <a:pt x="3021" y="1090"/>
                    <a:pt x="2805" y="1090"/>
                  </a:cubicBezTo>
                  <a:cubicBezTo>
                    <a:pt x="2603" y="1090"/>
                    <a:pt x="2400" y="1164"/>
                    <a:pt x="2242" y="1312"/>
                  </a:cubicBezTo>
                  <a:lnTo>
                    <a:pt x="1523" y="1999"/>
                  </a:lnTo>
                  <a:cubicBezTo>
                    <a:pt x="1195" y="2306"/>
                    <a:pt x="1184" y="2824"/>
                    <a:pt x="1491" y="3141"/>
                  </a:cubicBezTo>
                  <a:lnTo>
                    <a:pt x="2337" y="4029"/>
                  </a:lnTo>
                  <a:cubicBezTo>
                    <a:pt x="2210" y="4251"/>
                    <a:pt x="2115" y="4484"/>
                    <a:pt x="2030" y="4727"/>
                  </a:cubicBezTo>
                  <a:lnTo>
                    <a:pt x="814" y="4727"/>
                  </a:lnTo>
                  <a:cubicBezTo>
                    <a:pt x="370" y="4727"/>
                    <a:pt x="0" y="5087"/>
                    <a:pt x="0" y="5531"/>
                  </a:cubicBezTo>
                  <a:lnTo>
                    <a:pt x="0" y="6525"/>
                  </a:lnTo>
                  <a:cubicBezTo>
                    <a:pt x="0" y="6980"/>
                    <a:pt x="370" y="7339"/>
                    <a:pt x="814" y="7339"/>
                  </a:cubicBezTo>
                  <a:lnTo>
                    <a:pt x="2030" y="7339"/>
                  </a:lnTo>
                  <a:cubicBezTo>
                    <a:pt x="2115" y="7582"/>
                    <a:pt x="2210" y="7815"/>
                    <a:pt x="2337" y="8037"/>
                  </a:cubicBezTo>
                  <a:lnTo>
                    <a:pt x="1491" y="8915"/>
                  </a:lnTo>
                  <a:cubicBezTo>
                    <a:pt x="1184" y="9243"/>
                    <a:pt x="1195" y="9761"/>
                    <a:pt x="1523" y="10067"/>
                  </a:cubicBezTo>
                  <a:lnTo>
                    <a:pt x="2242" y="10755"/>
                  </a:lnTo>
                  <a:cubicBezTo>
                    <a:pt x="2399" y="10902"/>
                    <a:pt x="2597" y="10973"/>
                    <a:pt x="2796" y="10973"/>
                  </a:cubicBezTo>
                  <a:cubicBezTo>
                    <a:pt x="3012" y="10973"/>
                    <a:pt x="3229" y="10888"/>
                    <a:pt x="3394" y="10723"/>
                  </a:cubicBezTo>
                  <a:lnTo>
                    <a:pt x="4230" y="9835"/>
                  </a:lnTo>
                  <a:cubicBezTo>
                    <a:pt x="4388" y="9909"/>
                    <a:pt x="4558" y="9983"/>
                    <a:pt x="4727" y="10036"/>
                  </a:cubicBezTo>
                  <a:lnTo>
                    <a:pt x="4727" y="11252"/>
                  </a:lnTo>
                  <a:cubicBezTo>
                    <a:pt x="4727" y="11706"/>
                    <a:pt x="5097" y="12066"/>
                    <a:pt x="5541" y="12066"/>
                  </a:cubicBezTo>
                  <a:lnTo>
                    <a:pt x="6535" y="12066"/>
                  </a:lnTo>
                  <a:cubicBezTo>
                    <a:pt x="6979" y="12066"/>
                    <a:pt x="7349" y="11706"/>
                    <a:pt x="7349" y="11252"/>
                  </a:cubicBezTo>
                  <a:lnTo>
                    <a:pt x="7349" y="10036"/>
                  </a:lnTo>
                  <a:cubicBezTo>
                    <a:pt x="7518" y="9983"/>
                    <a:pt x="7688" y="9909"/>
                    <a:pt x="7846" y="9835"/>
                  </a:cubicBezTo>
                  <a:lnTo>
                    <a:pt x="8682" y="10723"/>
                  </a:lnTo>
                  <a:cubicBezTo>
                    <a:pt x="8841" y="10888"/>
                    <a:pt x="9059" y="10973"/>
                    <a:pt x="9277" y="10973"/>
                  </a:cubicBezTo>
                  <a:cubicBezTo>
                    <a:pt x="9477" y="10973"/>
                    <a:pt x="9677" y="10902"/>
                    <a:pt x="9834" y="10755"/>
                  </a:cubicBezTo>
                  <a:lnTo>
                    <a:pt x="10553" y="10067"/>
                  </a:lnTo>
                  <a:cubicBezTo>
                    <a:pt x="10881" y="9761"/>
                    <a:pt x="10892" y="9243"/>
                    <a:pt x="10585" y="8915"/>
                  </a:cubicBezTo>
                  <a:lnTo>
                    <a:pt x="9739" y="8037"/>
                  </a:lnTo>
                  <a:cubicBezTo>
                    <a:pt x="9866" y="7815"/>
                    <a:pt x="9961" y="7582"/>
                    <a:pt x="10046" y="7339"/>
                  </a:cubicBezTo>
                  <a:lnTo>
                    <a:pt x="11262" y="7339"/>
                  </a:lnTo>
                  <a:cubicBezTo>
                    <a:pt x="11706" y="7339"/>
                    <a:pt x="12076" y="6980"/>
                    <a:pt x="12076" y="6525"/>
                  </a:cubicBezTo>
                  <a:lnTo>
                    <a:pt x="12076" y="5531"/>
                  </a:lnTo>
                  <a:cubicBezTo>
                    <a:pt x="12076" y="5087"/>
                    <a:pt x="11706" y="4727"/>
                    <a:pt x="11262" y="4727"/>
                  </a:cubicBezTo>
                  <a:lnTo>
                    <a:pt x="10046" y="4727"/>
                  </a:lnTo>
                  <a:cubicBezTo>
                    <a:pt x="9961" y="4484"/>
                    <a:pt x="9866" y="4251"/>
                    <a:pt x="9739" y="4029"/>
                  </a:cubicBezTo>
                  <a:lnTo>
                    <a:pt x="10585" y="3141"/>
                  </a:lnTo>
                  <a:cubicBezTo>
                    <a:pt x="10892" y="2824"/>
                    <a:pt x="10881" y="2306"/>
                    <a:pt x="10553" y="1999"/>
                  </a:cubicBezTo>
                  <a:lnTo>
                    <a:pt x="9834" y="1312"/>
                  </a:lnTo>
                  <a:cubicBezTo>
                    <a:pt x="9676" y="1164"/>
                    <a:pt x="9473" y="1090"/>
                    <a:pt x="9271" y="1090"/>
                  </a:cubicBezTo>
                  <a:cubicBezTo>
                    <a:pt x="9055" y="1090"/>
                    <a:pt x="8840" y="1174"/>
                    <a:pt x="8682" y="1344"/>
                  </a:cubicBezTo>
                  <a:lnTo>
                    <a:pt x="7846" y="2232"/>
                  </a:lnTo>
                  <a:cubicBezTo>
                    <a:pt x="7677" y="2147"/>
                    <a:pt x="7518" y="2084"/>
                    <a:pt x="7349" y="2031"/>
                  </a:cubicBezTo>
                  <a:lnTo>
                    <a:pt x="7349" y="815"/>
                  </a:lnTo>
                  <a:cubicBezTo>
                    <a:pt x="7349" y="360"/>
                    <a:pt x="6979" y="1"/>
                    <a:pt x="6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5343422" y="1673603"/>
              <a:ext cx="2478711" cy="1772980"/>
            </a:xfrm>
            <a:custGeom>
              <a:rect b="b" l="l" r="r" t="t"/>
              <a:pathLst>
                <a:path extrusionOk="0" h="29514" w="41262">
                  <a:moveTo>
                    <a:pt x="1502" y="0"/>
                  </a:moveTo>
                  <a:cubicBezTo>
                    <a:pt x="667" y="0"/>
                    <a:pt x="0" y="677"/>
                    <a:pt x="0" y="1513"/>
                  </a:cubicBezTo>
                  <a:lnTo>
                    <a:pt x="0" y="28012"/>
                  </a:lnTo>
                  <a:cubicBezTo>
                    <a:pt x="0" y="28847"/>
                    <a:pt x="667" y="29513"/>
                    <a:pt x="1502" y="29513"/>
                  </a:cubicBezTo>
                  <a:lnTo>
                    <a:pt x="39749" y="29513"/>
                  </a:lnTo>
                  <a:cubicBezTo>
                    <a:pt x="40585" y="29513"/>
                    <a:pt x="41261" y="28847"/>
                    <a:pt x="41261" y="28012"/>
                  </a:cubicBezTo>
                  <a:lnTo>
                    <a:pt x="41261" y="1513"/>
                  </a:lnTo>
                  <a:cubicBezTo>
                    <a:pt x="41261" y="677"/>
                    <a:pt x="40585" y="0"/>
                    <a:pt x="397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5343422" y="1803179"/>
              <a:ext cx="2478711" cy="1643403"/>
            </a:xfrm>
            <a:custGeom>
              <a:rect b="b" l="l" r="r" t="t"/>
              <a:pathLst>
                <a:path extrusionOk="0" h="27357" w="41262">
                  <a:moveTo>
                    <a:pt x="0" y="1"/>
                  </a:moveTo>
                  <a:lnTo>
                    <a:pt x="0" y="26204"/>
                  </a:lnTo>
                  <a:cubicBezTo>
                    <a:pt x="0" y="26838"/>
                    <a:pt x="519" y="27356"/>
                    <a:pt x="1153" y="27356"/>
                  </a:cubicBezTo>
                  <a:lnTo>
                    <a:pt x="40098" y="27356"/>
                  </a:lnTo>
                  <a:cubicBezTo>
                    <a:pt x="40743" y="27356"/>
                    <a:pt x="41261" y="26838"/>
                    <a:pt x="41261" y="26204"/>
                  </a:cubicBezTo>
                  <a:lnTo>
                    <a:pt x="4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5435513" y="1729470"/>
              <a:ext cx="34361" cy="34361"/>
            </a:xfrm>
            <a:custGeom>
              <a:rect b="b" l="l" r="r" t="t"/>
              <a:pathLst>
                <a:path extrusionOk="0" h="572" w="572">
                  <a:moveTo>
                    <a:pt x="286" y="1"/>
                  </a:moveTo>
                  <a:cubicBezTo>
                    <a:pt x="128" y="1"/>
                    <a:pt x="1" y="128"/>
                    <a:pt x="1" y="286"/>
                  </a:cubicBezTo>
                  <a:cubicBezTo>
                    <a:pt x="1" y="445"/>
                    <a:pt x="128" y="572"/>
                    <a:pt x="286" y="572"/>
                  </a:cubicBezTo>
                  <a:cubicBezTo>
                    <a:pt x="445" y="572"/>
                    <a:pt x="572" y="445"/>
                    <a:pt x="572" y="286"/>
                  </a:cubicBezTo>
                  <a:cubicBezTo>
                    <a:pt x="572" y="128"/>
                    <a:pt x="445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5542262" y="1729470"/>
              <a:ext cx="34361" cy="34361"/>
            </a:xfrm>
            <a:custGeom>
              <a:rect b="b" l="l" r="r" t="t"/>
              <a:pathLst>
                <a:path extrusionOk="0" h="572" w="572">
                  <a:moveTo>
                    <a:pt x="286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5"/>
                    <a:pt x="127" y="572"/>
                    <a:pt x="286" y="572"/>
                  </a:cubicBezTo>
                  <a:cubicBezTo>
                    <a:pt x="444" y="572"/>
                    <a:pt x="571" y="445"/>
                    <a:pt x="571" y="286"/>
                  </a:cubicBez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5648951" y="1729470"/>
              <a:ext cx="34361" cy="34361"/>
            </a:xfrm>
            <a:custGeom>
              <a:rect b="b" l="l" r="r" t="t"/>
              <a:pathLst>
                <a:path extrusionOk="0" h="572" w="572">
                  <a:moveTo>
                    <a:pt x="286" y="1"/>
                  </a:moveTo>
                  <a:cubicBezTo>
                    <a:pt x="128" y="1"/>
                    <a:pt x="1" y="128"/>
                    <a:pt x="1" y="286"/>
                  </a:cubicBezTo>
                  <a:cubicBezTo>
                    <a:pt x="1" y="445"/>
                    <a:pt x="128" y="572"/>
                    <a:pt x="286" y="572"/>
                  </a:cubicBezTo>
                  <a:cubicBezTo>
                    <a:pt x="445" y="572"/>
                    <a:pt x="572" y="445"/>
                    <a:pt x="572" y="286"/>
                  </a:cubicBezTo>
                  <a:cubicBezTo>
                    <a:pt x="572" y="128"/>
                    <a:pt x="445" y="1"/>
                    <a:pt x="2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7687391" y="1726227"/>
              <a:ext cx="42651" cy="41450"/>
            </a:xfrm>
            <a:custGeom>
              <a:rect b="b" l="l" r="r" t="t"/>
              <a:pathLst>
                <a:path extrusionOk="0" h="690" w="710">
                  <a:moveTo>
                    <a:pt x="55" y="0"/>
                  </a:moveTo>
                  <a:cubicBezTo>
                    <a:pt x="41" y="0"/>
                    <a:pt x="28" y="7"/>
                    <a:pt x="22" y="13"/>
                  </a:cubicBezTo>
                  <a:cubicBezTo>
                    <a:pt x="1" y="34"/>
                    <a:pt x="11" y="66"/>
                    <a:pt x="22" y="87"/>
                  </a:cubicBezTo>
                  <a:lnTo>
                    <a:pt x="297" y="340"/>
                  </a:lnTo>
                  <a:lnTo>
                    <a:pt x="22" y="605"/>
                  </a:lnTo>
                  <a:cubicBezTo>
                    <a:pt x="11" y="626"/>
                    <a:pt x="11" y="647"/>
                    <a:pt x="22" y="668"/>
                  </a:cubicBezTo>
                  <a:cubicBezTo>
                    <a:pt x="32" y="679"/>
                    <a:pt x="43" y="689"/>
                    <a:pt x="53" y="689"/>
                  </a:cubicBezTo>
                  <a:cubicBezTo>
                    <a:pt x="64" y="689"/>
                    <a:pt x="75" y="679"/>
                    <a:pt x="85" y="679"/>
                  </a:cubicBezTo>
                  <a:lnTo>
                    <a:pt x="360" y="404"/>
                  </a:lnTo>
                  <a:lnTo>
                    <a:pt x="635" y="679"/>
                  </a:lnTo>
                  <a:cubicBezTo>
                    <a:pt x="635" y="679"/>
                    <a:pt x="646" y="689"/>
                    <a:pt x="656" y="689"/>
                  </a:cubicBezTo>
                  <a:cubicBezTo>
                    <a:pt x="667" y="689"/>
                    <a:pt x="677" y="679"/>
                    <a:pt x="688" y="668"/>
                  </a:cubicBezTo>
                  <a:cubicBezTo>
                    <a:pt x="709" y="647"/>
                    <a:pt x="709" y="626"/>
                    <a:pt x="688" y="605"/>
                  </a:cubicBezTo>
                  <a:lnTo>
                    <a:pt x="424" y="340"/>
                  </a:lnTo>
                  <a:lnTo>
                    <a:pt x="688" y="87"/>
                  </a:lnTo>
                  <a:cubicBezTo>
                    <a:pt x="709" y="66"/>
                    <a:pt x="709" y="34"/>
                    <a:pt x="688" y="13"/>
                  </a:cubicBezTo>
                  <a:cubicBezTo>
                    <a:pt x="682" y="7"/>
                    <a:pt x="669" y="0"/>
                    <a:pt x="657" y="0"/>
                  </a:cubicBezTo>
                  <a:cubicBezTo>
                    <a:pt x="648" y="0"/>
                    <a:pt x="640" y="4"/>
                    <a:pt x="635" y="13"/>
                  </a:cubicBezTo>
                  <a:lnTo>
                    <a:pt x="360" y="277"/>
                  </a:lnTo>
                  <a:lnTo>
                    <a:pt x="85" y="13"/>
                  </a:lnTo>
                  <a:cubicBezTo>
                    <a:pt x="76" y="4"/>
                    <a:pt x="65" y="0"/>
                    <a:pt x="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5399950" y="1878751"/>
              <a:ext cx="833446" cy="1480186"/>
            </a:xfrm>
            <a:custGeom>
              <a:rect b="b" l="l" r="r" t="t"/>
              <a:pathLst>
                <a:path extrusionOk="0" h="24640" w="13874">
                  <a:moveTo>
                    <a:pt x="0" y="1"/>
                  </a:moveTo>
                  <a:lnTo>
                    <a:pt x="0" y="24639"/>
                  </a:lnTo>
                  <a:lnTo>
                    <a:pt x="13874" y="24639"/>
                  </a:lnTo>
                  <a:lnTo>
                    <a:pt x="138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6289924" y="1878751"/>
              <a:ext cx="1459161" cy="802388"/>
            </a:xfrm>
            <a:custGeom>
              <a:rect b="b" l="l" r="r" t="t"/>
              <a:pathLst>
                <a:path extrusionOk="0" h="13357" w="24290">
                  <a:moveTo>
                    <a:pt x="0" y="1"/>
                  </a:moveTo>
                  <a:lnTo>
                    <a:pt x="0" y="13356"/>
                  </a:lnTo>
                  <a:lnTo>
                    <a:pt x="24289" y="13356"/>
                  </a:lnTo>
                  <a:lnTo>
                    <a:pt x="24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6289924" y="2722349"/>
              <a:ext cx="1459161" cy="636588"/>
            </a:xfrm>
            <a:custGeom>
              <a:rect b="b" l="l" r="r" t="t"/>
              <a:pathLst>
                <a:path extrusionOk="0" h="10597" w="24290">
                  <a:moveTo>
                    <a:pt x="0" y="1"/>
                  </a:moveTo>
                  <a:lnTo>
                    <a:pt x="0" y="10596"/>
                  </a:lnTo>
                  <a:lnTo>
                    <a:pt x="24289" y="10596"/>
                  </a:lnTo>
                  <a:lnTo>
                    <a:pt x="24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6018036" y="1412468"/>
              <a:ext cx="552066" cy="502446"/>
            </a:xfrm>
            <a:custGeom>
              <a:rect b="b" l="l" r="r" t="t"/>
              <a:pathLst>
                <a:path extrusionOk="0" h="8364" w="9190">
                  <a:moveTo>
                    <a:pt x="4587" y="0"/>
                  </a:moveTo>
                  <a:cubicBezTo>
                    <a:pt x="2687" y="0"/>
                    <a:pt x="964" y="1319"/>
                    <a:pt x="518" y="3248"/>
                  </a:cubicBezTo>
                  <a:cubicBezTo>
                    <a:pt x="0" y="5500"/>
                    <a:pt x="1417" y="7742"/>
                    <a:pt x="3670" y="8260"/>
                  </a:cubicBezTo>
                  <a:cubicBezTo>
                    <a:pt x="3979" y="8330"/>
                    <a:pt x="4288" y="8363"/>
                    <a:pt x="4592" y="8363"/>
                  </a:cubicBezTo>
                  <a:cubicBezTo>
                    <a:pt x="6497" y="8363"/>
                    <a:pt x="8225" y="7050"/>
                    <a:pt x="8671" y="5109"/>
                  </a:cubicBezTo>
                  <a:cubicBezTo>
                    <a:pt x="9189" y="2856"/>
                    <a:pt x="7772" y="615"/>
                    <a:pt x="5520" y="107"/>
                  </a:cubicBezTo>
                  <a:cubicBezTo>
                    <a:pt x="5207" y="35"/>
                    <a:pt x="4895" y="0"/>
                    <a:pt x="45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6073303" y="1442384"/>
              <a:ext cx="441533" cy="442194"/>
            </a:xfrm>
            <a:custGeom>
              <a:rect b="b" l="l" r="r" t="t"/>
              <a:pathLst>
                <a:path extrusionOk="0" h="7361" w="7350">
                  <a:moveTo>
                    <a:pt x="3680" y="318"/>
                  </a:moveTo>
                  <a:cubicBezTo>
                    <a:pt x="5531" y="318"/>
                    <a:pt x="7032" y="1830"/>
                    <a:pt x="7032" y="3680"/>
                  </a:cubicBezTo>
                  <a:cubicBezTo>
                    <a:pt x="7032" y="5541"/>
                    <a:pt x="5531" y="7043"/>
                    <a:pt x="3680" y="7043"/>
                  </a:cubicBezTo>
                  <a:cubicBezTo>
                    <a:pt x="1819" y="7043"/>
                    <a:pt x="317" y="5541"/>
                    <a:pt x="317" y="3680"/>
                  </a:cubicBezTo>
                  <a:cubicBezTo>
                    <a:pt x="317" y="1830"/>
                    <a:pt x="1819" y="318"/>
                    <a:pt x="3680" y="318"/>
                  </a:cubicBezTo>
                  <a:close/>
                  <a:moveTo>
                    <a:pt x="3680" y="0"/>
                  </a:moveTo>
                  <a:cubicBezTo>
                    <a:pt x="1650" y="0"/>
                    <a:pt x="0" y="1650"/>
                    <a:pt x="0" y="3680"/>
                  </a:cubicBezTo>
                  <a:cubicBezTo>
                    <a:pt x="0" y="5710"/>
                    <a:pt x="1650" y="7360"/>
                    <a:pt x="3680" y="7360"/>
                  </a:cubicBezTo>
                  <a:cubicBezTo>
                    <a:pt x="5700" y="7360"/>
                    <a:pt x="7349" y="5710"/>
                    <a:pt x="7349" y="3680"/>
                  </a:cubicBezTo>
                  <a:cubicBezTo>
                    <a:pt x="7349" y="1650"/>
                    <a:pt x="5700" y="0"/>
                    <a:pt x="3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6" name="Google Shape;956;p47"/>
            <p:cNvGrpSpPr/>
            <p:nvPr/>
          </p:nvGrpSpPr>
          <p:grpSpPr>
            <a:xfrm>
              <a:off x="7677239" y="1866736"/>
              <a:ext cx="488570" cy="488510"/>
              <a:chOff x="7677239" y="1866736"/>
              <a:chExt cx="488570" cy="488510"/>
            </a:xfrm>
          </p:grpSpPr>
          <p:sp>
            <p:nvSpPr>
              <p:cNvPr id="957" name="Google Shape;957;p47"/>
              <p:cNvSpPr/>
              <p:nvPr/>
            </p:nvSpPr>
            <p:spPr>
              <a:xfrm>
                <a:off x="7677239" y="1866736"/>
                <a:ext cx="488570" cy="488510"/>
              </a:xfrm>
              <a:custGeom>
                <a:rect b="b" l="l" r="r" t="t"/>
                <a:pathLst>
                  <a:path extrusionOk="0" h="8132" w="8133">
                    <a:moveTo>
                      <a:pt x="4061" y="254"/>
                    </a:moveTo>
                    <a:cubicBezTo>
                      <a:pt x="4103" y="254"/>
                      <a:pt x="4146" y="254"/>
                      <a:pt x="4188" y="264"/>
                    </a:cubicBezTo>
                    <a:cubicBezTo>
                      <a:pt x="4452" y="264"/>
                      <a:pt x="4706" y="307"/>
                      <a:pt x="4960" y="360"/>
                    </a:cubicBezTo>
                    <a:cubicBezTo>
                      <a:pt x="5700" y="539"/>
                      <a:pt x="6356" y="941"/>
                      <a:pt x="6863" y="1491"/>
                    </a:cubicBezTo>
                    <a:cubicBezTo>
                      <a:pt x="6916" y="1554"/>
                      <a:pt x="6979" y="1618"/>
                      <a:pt x="7032" y="1681"/>
                    </a:cubicBezTo>
                    <a:cubicBezTo>
                      <a:pt x="7529" y="2305"/>
                      <a:pt x="7836" y="3088"/>
                      <a:pt x="7868" y="3934"/>
                    </a:cubicBezTo>
                    <a:cubicBezTo>
                      <a:pt x="7868" y="3976"/>
                      <a:pt x="7868" y="4018"/>
                      <a:pt x="7868" y="4061"/>
                    </a:cubicBezTo>
                    <a:cubicBezTo>
                      <a:pt x="7868" y="4103"/>
                      <a:pt x="7868" y="4145"/>
                      <a:pt x="7868" y="4187"/>
                    </a:cubicBezTo>
                    <a:cubicBezTo>
                      <a:pt x="7836" y="5086"/>
                      <a:pt x="7498" y="5900"/>
                      <a:pt x="6958" y="6535"/>
                    </a:cubicBezTo>
                    <a:cubicBezTo>
                      <a:pt x="6905" y="6598"/>
                      <a:pt x="6842" y="6672"/>
                      <a:pt x="6779" y="6725"/>
                    </a:cubicBezTo>
                    <a:cubicBezTo>
                      <a:pt x="6292" y="7233"/>
                      <a:pt x="5658" y="7603"/>
                      <a:pt x="4960" y="7762"/>
                    </a:cubicBezTo>
                    <a:cubicBezTo>
                      <a:pt x="4706" y="7825"/>
                      <a:pt x="4452" y="7867"/>
                      <a:pt x="4188" y="7867"/>
                    </a:cubicBezTo>
                    <a:cubicBezTo>
                      <a:pt x="4146" y="7878"/>
                      <a:pt x="4103" y="7878"/>
                      <a:pt x="4061" y="7878"/>
                    </a:cubicBezTo>
                    <a:cubicBezTo>
                      <a:pt x="4019" y="7878"/>
                      <a:pt x="3976" y="7878"/>
                      <a:pt x="3934" y="7867"/>
                    </a:cubicBezTo>
                    <a:cubicBezTo>
                      <a:pt x="3670" y="7867"/>
                      <a:pt x="3416" y="7825"/>
                      <a:pt x="3162" y="7772"/>
                    </a:cubicBezTo>
                    <a:cubicBezTo>
                      <a:pt x="2464" y="7603"/>
                      <a:pt x="1830" y="7233"/>
                      <a:pt x="1343" y="6725"/>
                    </a:cubicBezTo>
                    <a:cubicBezTo>
                      <a:pt x="1280" y="6662"/>
                      <a:pt x="1216" y="6598"/>
                      <a:pt x="1164" y="6535"/>
                    </a:cubicBezTo>
                    <a:cubicBezTo>
                      <a:pt x="624" y="5900"/>
                      <a:pt x="286" y="5086"/>
                      <a:pt x="254" y="4198"/>
                    </a:cubicBezTo>
                    <a:cubicBezTo>
                      <a:pt x="254" y="4156"/>
                      <a:pt x="254" y="4103"/>
                      <a:pt x="254" y="4061"/>
                    </a:cubicBezTo>
                    <a:cubicBezTo>
                      <a:pt x="254" y="4018"/>
                      <a:pt x="254" y="3976"/>
                      <a:pt x="254" y="3934"/>
                    </a:cubicBezTo>
                    <a:cubicBezTo>
                      <a:pt x="286" y="3088"/>
                      <a:pt x="593" y="2305"/>
                      <a:pt x="1090" y="1692"/>
                    </a:cubicBezTo>
                    <a:cubicBezTo>
                      <a:pt x="1142" y="1618"/>
                      <a:pt x="1195" y="1554"/>
                      <a:pt x="1259" y="1491"/>
                    </a:cubicBezTo>
                    <a:cubicBezTo>
                      <a:pt x="1756" y="941"/>
                      <a:pt x="2422" y="539"/>
                      <a:pt x="3162" y="360"/>
                    </a:cubicBezTo>
                    <a:cubicBezTo>
                      <a:pt x="3416" y="307"/>
                      <a:pt x="3670" y="264"/>
                      <a:pt x="3934" y="264"/>
                    </a:cubicBezTo>
                    <a:cubicBezTo>
                      <a:pt x="3976" y="254"/>
                      <a:pt x="4019" y="254"/>
                      <a:pt x="4061" y="254"/>
                    </a:cubicBezTo>
                    <a:close/>
                    <a:moveTo>
                      <a:pt x="4061" y="0"/>
                    </a:moveTo>
                    <a:cubicBezTo>
                      <a:pt x="2866" y="0"/>
                      <a:pt x="1787" y="518"/>
                      <a:pt x="1047" y="1343"/>
                    </a:cubicBezTo>
                    <a:cubicBezTo>
                      <a:pt x="984" y="1406"/>
                      <a:pt x="931" y="1470"/>
                      <a:pt x="878" y="1544"/>
                    </a:cubicBezTo>
                    <a:cubicBezTo>
                      <a:pt x="328" y="2231"/>
                      <a:pt x="0" y="3109"/>
                      <a:pt x="0" y="4071"/>
                    </a:cubicBezTo>
                    <a:cubicBezTo>
                      <a:pt x="0" y="5023"/>
                      <a:pt x="360" y="5974"/>
                      <a:pt x="952" y="6683"/>
                    </a:cubicBezTo>
                    <a:cubicBezTo>
                      <a:pt x="1005" y="6746"/>
                      <a:pt x="1068" y="6810"/>
                      <a:pt x="1121" y="6873"/>
                    </a:cubicBezTo>
                    <a:cubicBezTo>
                      <a:pt x="1862" y="7645"/>
                      <a:pt x="2908" y="8132"/>
                      <a:pt x="4061" y="8132"/>
                    </a:cubicBezTo>
                    <a:cubicBezTo>
                      <a:pt x="5214" y="8132"/>
                      <a:pt x="6260" y="7645"/>
                      <a:pt x="7001" y="6873"/>
                    </a:cubicBezTo>
                    <a:cubicBezTo>
                      <a:pt x="7064" y="6810"/>
                      <a:pt x="7117" y="6746"/>
                      <a:pt x="7170" y="6683"/>
                    </a:cubicBezTo>
                    <a:cubicBezTo>
                      <a:pt x="7773" y="5974"/>
                      <a:pt x="8132" y="5055"/>
                      <a:pt x="8132" y="4071"/>
                    </a:cubicBezTo>
                    <a:cubicBezTo>
                      <a:pt x="8132" y="3077"/>
                      <a:pt x="7794" y="2231"/>
                      <a:pt x="7244" y="1544"/>
                    </a:cubicBezTo>
                    <a:cubicBezTo>
                      <a:pt x="7191" y="1470"/>
                      <a:pt x="7138" y="1406"/>
                      <a:pt x="7075" y="1343"/>
                    </a:cubicBezTo>
                    <a:cubicBezTo>
                      <a:pt x="6334" y="518"/>
                      <a:pt x="5256" y="0"/>
                      <a:pt x="40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47"/>
              <p:cNvSpPr/>
              <p:nvPr/>
            </p:nvSpPr>
            <p:spPr>
              <a:xfrm>
                <a:off x="7793479" y="1866736"/>
                <a:ext cx="255428" cy="488510"/>
              </a:xfrm>
              <a:custGeom>
                <a:rect b="b" l="l" r="r" t="t"/>
                <a:pathLst>
                  <a:path extrusionOk="0" h="8132" w="4252">
                    <a:moveTo>
                      <a:pt x="2126" y="264"/>
                    </a:moveTo>
                    <a:cubicBezTo>
                      <a:pt x="2168" y="264"/>
                      <a:pt x="2211" y="264"/>
                      <a:pt x="2253" y="275"/>
                    </a:cubicBezTo>
                    <a:cubicBezTo>
                      <a:pt x="2877" y="360"/>
                      <a:pt x="3405" y="1047"/>
                      <a:pt x="3723" y="2062"/>
                    </a:cubicBezTo>
                    <a:cubicBezTo>
                      <a:pt x="3744" y="2147"/>
                      <a:pt x="3765" y="2231"/>
                      <a:pt x="3786" y="2316"/>
                    </a:cubicBezTo>
                    <a:cubicBezTo>
                      <a:pt x="3913" y="2802"/>
                      <a:pt x="3987" y="3352"/>
                      <a:pt x="3998" y="3944"/>
                    </a:cubicBezTo>
                    <a:cubicBezTo>
                      <a:pt x="3998" y="3987"/>
                      <a:pt x="3998" y="4029"/>
                      <a:pt x="3998" y="4071"/>
                    </a:cubicBezTo>
                    <a:cubicBezTo>
                      <a:pt x="3998" y="4113"/>
                      <a:pt x="3998" y="4156"/>
                      <a:pt x="3998" y="4198"/>
                    </a:cubicBezTo>
                    <a:cubicBezTo>
                      <a:pt x="3987" y="4832"/>
                      <a:pt x="3902" y="5435"/>
                      <a:pt x="3754" y="5953"/>
                    </a:cubicBezTo>
                    <a:cubicBezTo>
                      <a:pt x="3733" y="6038"/>
                      <a:pt x="3702" y="6112"/>
                      <a:pt x="3680" y="6197"/>
                    </a:cubicBezTo>
                    <a:cubicBezTo>
                      <a:pt x="3363" y="7138"/>
                      <a:pt x="2845" y="7783"/>
                      <a:pt x="2253" y="7867"/>
                    </a:cubicBezTo>
                    <a:cubicBezTo>
                      <a:pt x="2211" y="7867"/>
                      <a:pt x="2168" y="7878"/>
                      <a:pt x="2126" y="7878"/>
                    </a:cubicBezTo>
                    <a:cubicBezTo>
                      <a:pt x="2084" y="7878"/>
                      <a:pt x="2041" y="7867"/>
                      <a:pt x="1999" y="7867"/>
                    </a:cubicBezTo>
                    <a:cubicBezTo>
                      <a:pt x="1407" y="7783"/>
                      <a:pt x="889" y="7138"/>
                      <a:pt x="572" y="6197"/>
                    </a:cubicBezTo>
                    <a:cubicBezTo>
                      <a:pt x="550" y="6112"/>
                      <a:pt x="519" y="6038"/>
                      <a:pt x="498" y="5953"/>
                    </a:cubicBezTo>
                    <a:cubicBezTo>
                      <a:pt x="349" y="5425"/>
                      <a:pt x="265" y="4832"/>
                      <a:pt x="254" y="4198"/>
                    </a:cubicBezTo>
                    <a:cubicBezTo>
                      <a:pt x="254" y="4156"/>
                      <a:pt x="254" y="4113"/>
                      <a:pt x="254" y="4071"/>
                    </a:cubicBezTo>
                    <a:cubicBezTo>
                      <a:pt x="254" y="4029"/>
                      <a:pt x="254" y="3987"/>
                      <a:pt x="254" y="3944"/>
                    </a:cubicBezTo>
                    <a:cubicBezTo>
                      <a:pt x="265" y="3352"/>
                      <a:pt x="339" y="2802"/>
                      <a:pt x="466" y="2316"/>
                    </a:cubicBezTo>
                    <a:cubicBezTo>
                      <a:pt x="487" y="2231"/>
                      <a:pt x="508" y="2147"/>
                      <a:pt x="540" y="2062"/>
                    </a:cubicBezTo>
                    <a:cubicBezTo>
                      <a:pt x="846" y="1057"/>
                      <a:pt x="1375" y="360"/>
                      <a:pt x="1999" y="275"/>
                    </a:cubicBezTo>
                    <a:cubicBezTo>
                      <a:pt x="2041" y="264"/>
                      <a:pt x="2084" y="264"/>
                      <a:pt x="2126" y="264"/>
                    </a:cubicBezTo>
                    <a:close/>
                    <a:moveTo>
                      <a:pt x="2126" y="0"/>
                    </a:moveTo>
                    <a:cubicBezTo>
                      <a:pt x="1798" y="0"/>
                      <a:pt x="1502" y="127"/>
                      <a:pt x="1227" y="370"/>
                    </a:cubicBezTo>
                    <a:cubicBezTo>
                      <a:pt x="836" y="708"/>
                      <a:pt x="508" y="1269"/>
                      <a:pt x="286" y="1977"/>
                    </a:cubicBezTo>
                    <a:cubicBezTo>
                      <a:pt x="265" y="2062"/>
                      <a:pt x="244" y="2147"/>
                      <a:pt x="223" y="2231"/>
                    </a:cubicBezTo>
                    <a:cubicBezTo>
                      <a:pt x="85" y="2739"/>
                      <a:pt x="11" y="3320"/>
                      <a:pt x="1" y="3934"/>
                    </a:cubicBezTo>
                    <a:cubicBezTo>
                      <a:pt x="1" y="3976"/>
                      <a:pt x="1" y="4029"/>
                      <a:pt x="1" y="4071"/>
                    </a:cubicBezTo>
                    <a:cubicBezTo>
                      <a:pt x="1" y="4113"/>
                      <a:pt x="1" y="4156"/>
                      <a:pt x="1" y="4198"/>
                    </a:cubicBezTo>
                    <a:cubicBezTo>
                      <a:pt x="11" y="4864"/>
                      <a:pt x="96" y="5488"/>
                      <a:pt x="254" y="6027"/>
                    </a:cubicBezTo>
                    <a:cubicBezTo>
                      <a:pt x="275" y="6112"/>
                      <a:pt x="307" y="6197"/>
                      <a:pt x="328" y="6281"/>
                    </a:cubicBezTo>
                    <a:cubicBezTo>
                      <a:pt x="550" y="6926"/>
                      <a:pt x="857" y="7444"/>
                      <a:pt x="1227" y="7772"/>
                    </a:cubicBezTo>
                    <a:cubicBezTo>
                      <a:pt x="1502" y="8005"/>
                      <a:pt x="1798" y="8132"/>
                      <a:pt x="2126" y="8132"/>
                    </a:cubicBezTo>
                    <a:cubicBezTo>
                      <a:pt x="2443" y="8132"/>
                      <a:pt x="2750" y="8005"/>
                      <a:pt x="3025" y="7762"/>
                    </a:cubicBezTo>
                    <a:cubicBezTo>
                      <a:pt x="3395" y="7444"/>
                      <a:pt x="3702" y="6926"/>
                      <a:pt x="3924" y="6281"/>
                    </a:cubicBezTo>
                    <a:cubicBezTo>
                      <a:pt x="3945" y="6197"/>
                      <a:pt x="3976" y="6112"/>
                      <a:pt x="3998" y="6027"/>
                    </a:cubicBezTo>
                    <a:cubicBezTo>
                      <a:pt x="4156" y="5488"/>
                      <a:pt x="4241" y="4864"/>
                      <a:pt x="4251" y="4198"/>
                    </a:cubicBezTo>
                    <a:cubicBezTo>
                      <a:pt x="4251" y="4156"/>
                      <a:pt x="4251" y="4113"/>
                      <a:pt x="4251" y="4071"/>
                    </a:cubicBezTo>
                    <a:cubicBezTo>
                      <a:pt x="4251" y="4029"/>
                      <a:pt x="4251" y="3976"/>
                      <a:pt x="4251" y="3934"/>
                    </a:cubicBezTo>
                    <a:cubicBezTo>
                      <a:pt x="4251" y="3320"/>
                      <a:pt x="4167" y="2739"/>
                      <a:pt x="4029" y="2231"/>
                    </a:cubicBezTo>
                    <a:cubicBezTo>
                      <a:pt x="4008" y="2147"/>
                      <a:pt x="3987" y="2062"/>
                      <a:pt x="3966" y="1977"/>
                    </a:cubicBezTo>
                    <a:cubicBezTo>
                      <a:pt x="3744" y="1269"/>
                      <a:pt x="3416" y="708"/>
                      <a:pt x="3025" y="370"/>
                    </a:cubicBezTo>
                    <a:cubicBezTo>
                      <a:pt x="2750" y="127"/>
                      <a:pt x="2443" y="0"/>
                      <a:pt x="21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47"/>
              <p:cNvSpPr/>
              <p:nvPr/>
            </p:nvSpPr>
            <p:spPr>
              <a:xfrm>
                <a:off x="7729982" y="1947353"/>
                <a:ext cx="382422" cy="73769"/>
              </a:xfrm>
              <a:custGeom>
                <a:rect b="b" l="l" r="r" t="t"/>
                <a:pathLst>
                  <a:path extrusionOk="0" h="1228" w="6366">
                    <a:moveTo>
                      <a:pt x="169" y="1"/>
                    </a:moveTo>
                    <a:cubicBezTo>
                      <a:pt x="106" y="64"/>
                      <a:pt x="53" y="128"/>
                      <a:pt x="0" y="202"/>
                    </a:cubicBezTo>
                    <a:cubicBezTo>
                      <a:pt x="74" y="255"/>
                      <a:pt x="138" y="297"/>
                      <a:pt x="212" y="339"/>
                    </a:cubicBezTo>
                    <a:cubicBezTo>
                      <a:pt x="550" y="561"/>
                      <a:pt x="899" y="741"/>
                      <a:pt x="1280" y="889"/>
                    </a:cubicBezTo>
                    <a:cubicBezTo>
                      <a:pt x="1364" y="910"/>
                      <a:pt x="1438" y="942"/>
                      <a:pt x="1523" y="963"/>
                    </a:cubicBezTo>
                    <a:cubicBezTo>
                      <a:pt x="2009" y="1122"/>
                      <a:pt x="2527" y="1217"/>
                      <a:pt x="3056" y="1228"/>
                    </a:cubicBezTo>
                    <a:lnTo>
                      <a:pt x="3310" y="1228"/>
                    </a:lnTo>
                    <a:cubicBezTo>
                      <a:pt x="3849" y="1217"/>
                      <a:pt x="4357" y="1122"/>
                      <a:pt x="4843" y="963"/>
                    </a:cubicBezTo>
                    <a:cubicBezTo>
                      <a:pt x="4928" y="942"/>
                      <a:pt x="5012" y="910"/>
                      <a:pt x="5086" y="889"/>
                    </a:cubicBezTo>
                    <a:cubicBezTo>
                      <a:pt x="5467" y="741"/>
                      <a:pt x="5827" y="561"/>
                      <a:pt x="6154" y="339"/>
                    </a:cubicBezTo>
                    <a:cubicBezTo>
                      <a:pt x="6228" y="297"/>
                      <a:pt x="6302" y="244"/>
                      <a:pt x="6366" y="202"/>
                    </a:cubicBezTo>
                    <a:cubicBezTo>
                      <a:pt x="6313" y="128"/>
                      <a:pt x="6260" y="64"/>
                      <a:pt x="6197" y="1"/>
                    </a:cubicBezTo>
                    <a:cubicBezTo>
                      <a:pt x="6133" y="54"/>
                      <a:pt x="6059" y="96"/>
                      <a:pt x="5985" y="149"/>
                    </a:cubicBezTo>
                    <a:cubicBezTo>
                      <a:pt x="5689" y="339"/>
                      <a:pt x="5361" y="509"/>
                      <a:pt x="5023" y="635"/>
                    </a:cubicBezTo>
                    <a:cubicBezTo>
                      <a:pt x="4938" y="667"/>
                      <a:pt x="4854" y="699"/>
                      <a:pt x="4780" y="720"/>
                    </a:cubicBezTo>
                    <a:cubicBezTo>
                      <a:pt x="4314" y="868"/>
                      <a:pt x="3817" y="953"/>
                      <a:pt x="3310" y="963"/>
                    </a:cubicBezTo>
                    <a:cubicBezTo>
                      <a:pt x="3268" y="974"/>
                      <a:pt x="3225" y="974"/>
                      <a:pt x="3183" y="974"/>
                    </a:cubicBezTo>
                    <a:cubicBezTo>
                      <a:pt x="3141" y="974"/>
                      <a:pt x="3098" y="974"/>
                      <a:pt x="3056" y="963"/>
                    </a:cubicBezTo>
                    <a:cubicBezTo>
                      <a:pt x="2549" y="953"/>
                      <a:pt x="2052" y="868"/>
                      <a:pt x="1597" y="720"/>
                    </a:cubicBezTo>
                    <a:cubicBezTo>
                      <a:pt x="1512" y="699"/>
                      <a:pt x="1428" y="667"/>
                      <a:pt x="1354" y="635"/>
                    </a:cubicBezTo>
                    <a:cubicBezTo>
                      <a:pt x="1005" y="509"/>
                      <a:pt x="687" y="339"/>
                      <a:pt x="381" y="149"/>
                    </a:cubicBezTo>
                    <a:cubicBezTo>
                      <a:pt x="307" y="107"/>
                      <a:pt x="243" y="54"/>
                      <a:pt x="1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47"/>
              <p:cNvSpPr/>
              <p:nvPr/>
            </p:nvSpPr>
            <p:spPr>
              <a:xfrm>
                <a:off x="7734428" y="2209089"/>
                <a:ext cx="373531" cy="70585"/>
              </a:xfrm>
              <a:custGeom>
                <a:rect b="b" l="l" r="r" t="t"/>
                <a:pathLst>
                  <a:path extrusionOk="0" h="1175" w="6218">
                    <a:moveTo>
                      <a:pt x="2982" y="1"/>
                    </a:moveTo>
                    <a:cubicBezTo>
                      <a:pt x="2464" y="11"/>
                      <a:pt x="1956" y="106"/>
                      <a:pt x="1481" y="244"/>
                    </a:cubicBezTo>
                    <a:cubicBezTo>
                      <a:pt x="1396" y="275"/>
                      <a:pt x="1322" y="307"/>
                      <a:pt x="1237" y="328"/>
                    </a:cubicBezTo>
                    <a:cubicBezTo>
                      <a:pt x="878" y="466"/>
                      <a:pt x="539" y="635"/>
                      <a:pt x="212" y="836"/>
                    </a:cubicBezTo>
                    <a:cubicBezTo>
                      <a:pt x="138" y="878"/>
                      <a:pt x="74" y="931"/>
                      <a:pt x="0" y="984"/>
                    </a:cubicBezTo>
                    <a:cubicBezTo>
                      <a:pt x="53" y="1047"/>
                      <a:pt x="106" y="1111"/>
                      <a:pt x="169" y="1174"/>
                    </a:cubicBezTo>
                    <a:cubicBezTo>
                      <a:pt x="243" y="1121"/>
                      <a:pt x="317" y="1079"/>
                      <a:pt x="391" y="1026"/>
                    </a:cubicBezTo>
                    <a:cubicBezTo>
                      <a:pt x="677" y="846"/>
                      <a:pt x="994" y="698"/>
                      <a:pt x="1311" y="582"/>
                    </a:cubicBezTo>
                    <a:cubicBezTo>
                      <a:pt x="1396" y="550"/>
                      <a:pt x="1481" y="519"/>
                      <a:pt x="1555" y="498"/>
                    </a:cubicBezTo>
                    <a:cubicBezTo>
                      <a:pt x="2009" y="349"/>
                      <a:pt x="2485" y="275"/>
                      <a:pt x="2982" y="265"/>
                    </a:cubicBezTo>
                    <a:lnTo>
                      <a:pt x="3236" y="265"/>
                    </a:lnTo>
                    <a:cubicBezTo>
                      <a:pt x="3733" y="275"/>
                      <a:pt x="4209" y="360"/>
                      <a:pt x="4663" y="498"/>
                    </a:cubicBezTo>
                    <a:cubicBezTo>
                      <a:pt x="4737" y="519"/>
                      <a:pt x="4822" y="550"/>
                      <a:pt x="4907" y="582"/>
                    </a:cubicBezTo>
                    <a:cubicBezTo>
                      <a:pt x="5224" y="698"/>
                      <a:pt x="5530" y="857"/>
                      <a:pt x="5827" y="1037"/>
                    </a:cubicBezTo>
                    <a:cubicBezTo>
                      <a:pt x="5901" y="1079"/>
                      <a:pt x="5975" y="1121"/>
                      <a:pt x="6049" y="1174"/>
                    </a:cubicBezTo>
                    <a:cubicBezTo>
                      <a:pt x="6112" y="1111"/>
                      <a:pt x="6165" y="1047"/>
                      <a:pt x="6218" y="984"/>
                    </a:cubicBezTo>
                    <a:cubicBezTo>
                      <a:pt x="6144" y="931"/>
                      <a:pt x="6080" y="889"/>
                      <a:pt x="6006" y="836"/>
                    </a:cubicBezTo>
                    <a:cubicBezTo>
                      <a:pt x="5689" y="635"/>
                      <a:pt x="5340" y="466"/>
                      <a:pt x="4981" y="328"/>
                    </a:cubicBezTo>
                    <a:cubicBezTo>
                      <a:pt x="4896" y="307"/>
                      <a:pt x="4822" y="275"/>
                      <a:pt x="4737" y="254"/>
                    </a:cubicBezTo>
                    <a:cubicBezTo>
                      <a:pt x="4262" y="106"/>
                      <a:pt x="3765" y="11"/>
                      <a:pt x="32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47"/>
              <p:cNvSpPr/>
              <p:nvPr/>
            </p:nvSpPr>
            <p:spPr>
              <a:xfrm>
                <a:off x="7684868" y="2103001"/>
                <a:ext cx="472650" cy="15919"/>
              </a:xfrm>
              <a:custGeom>
                <a:rect b="b" l="l" r="r" t="t"/>
                <a:pathLst>
                  <a:path extrusionOk="0" h="265" w="7868">
                    <a:moveTo>
                      <a:pt x="0" y="1"/>
                    </a:moveTo>
                    <a:lnTo>
                      <a:pt x="0" y="265"/>
                    </a:lnTo>
                    <a:lnTo>
                      <a:pt x="7868" y="265"/>
                    </a:lnTo>
                    <a:lnTo>
                      <a:pt x="78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47"/>
              <p:cNvSpPr/>
              <p:nvPr/>
            </p:nvSpPr>
            <p:spPr>
              <a:xfrm>
                <a:off x="7913564" y="1874305"/>
                <a:ext cx="15258" cy="473311"/>
              </a:xfrm>
              <a:custGeom>
                <a:rect b="b" l="l" r="r" t="t"/>
                <a:pathLst>
                  <a:path extrusionOk="0" h="7879" w="254">
                    <a:moveTo>
                      <a:pt x="0" y="1"/>
                    </a:moveTo>
                    <a:lnTo>
                      <a:pt x="0" y="7879"/>
                    </a:lnTo>
                    <a:lnTo>
                      <a:pt x="254" y="7879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47"/>
            <p:cNvGrpSpPr/>
            <p:nvPr/>
          </p:nvGrpSpPr>
          <p:grpSpPr>
            <a:xfrm>
              <a:off x="5375200" y="1934017"/>
              <a:ext cx="807434" cy="357071"/>
              <a:chOff x="5375200" y="1934017"/>
              <a:chExt cx="807434" cy="357071"/>
            </a:xfrm>
          </p:grpSpPr>
          <p:sp>
            <p:nvSpPr>
              <p:cNvPr id="964" name="Google Shape;964;p47"/>
              <p:cNvSpPr/>
              <p:nvPr/>
            </p:nvSpPr>
            <p:spPr>
              <a:xfrm>
                <a:off x="5375200" y="1934017"/>
                <a:ext cx="807434" cy="357071"/>
              </a:xfrm>
              <a:custGeom>
                <a:rect b="b" l="l" r="r" t="t"/>
                <a:pathLst>
                  <a:path extrusionOk="0" h="5944" w="13441">
                    <a:moveTo>
                      <a:pt x="0" y="1"/>
                    </a:moveTo>
                    <a:lnTo>
                      <a:pt x="0" y="5944"/>
                    </a:lnTo>
                    <a:lnTo>
                      <a:pt x="13440" y="5944"/>
                    </a:lnTo>
                    <a:lnTo>
                      <a:pt x="134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47"/>
              <p:cNvSpPr/>
              <p:nvPr/>
            </p:nvSpPr>
            <p:spPr>
              <a:xfrm>
                <a:off x="5438036" y="1995652"/>
                <a:ext cx="233862" cy="234463"/>
              </a:xfrm>
              <a:custGeom>
                <a:rect b="b" l="l" r="r" t="t"/>
                <a:pathLst>
                  <a:path extrusionOk="0" h="3903" w="3893">
                    <a:moveTo>
                      <a:pt x="2074" y="561"/>
                    </a:moveTo>
                    <a:cubicBezTo>
                      <a:pt x="2084" y="561"/>
                      <a:pt x="2095" y="561"/>
                      <a:pt x="2105" y="572"/>
                    </a:cubicBezTo>
                    <a:cubicBezTo>
                      <a:pt x="2126" y="572"/>
                      <a:pt x="2148" y="572"/>
                      <a:pt x="2179" y="582"/>
                    </a:cubicBezTo>
                    <a:lnTo>
                      <a:pt x="2222" y="582"/>
                    </a:lnTo>
                    <a:cubicBezTo>
                      <a:pt x="2243" y="593"/>
                      <a:pt x="2253" y="593"/>
                      <a:pt x="2264" y="593"/>
                    </a:cubicBezTo>
                    <a:cubicBezTo>
                      <a:pt x="2274" y="593"/>
                      <a:pt x="2285" y="603"/>
                      <a:pt x="2285" y="603"/>
                    </a:cubicBezTo>
                    <a:cubicBezTo>
                      <a:pt x="2306" y="603"/>
                      <a:pt x="2317" y="614"/>
                      <a:pt x="2338" y="614"/>
                    </a:cubicBezTo>
                    <a:cubicBezTo>
                      <a:pt x="2338" y="614"/>
                      <a:pt x="2348" y="614"/>
                      <a:pt x="2359" y="624"/>
                    </a:cubicBezTo>
                    <a:cubicBezTo>
                      <a:pt x="2380" y="624"/>
                      <a:pt x="2401" y="635"/>
                      <a:pt x="2412" y="635"/>
                    </a:cubicBezTo>
                    <a:lnTo>
                      <a:pt x="2433" y="646"/>
                    </a:lnTo>
                    <a:cubicBezTo>
                      <a:pt x="2444" y="656"/>
                      <a:pt x="2465" y="656"/>
                      <a:pt x="2475" y="667"/>
                    </a:cubicBezTo>
                    <a:cubicBezTo>
                      <a:pt x="2486" y="667"/>
                      <a:pt x="2496" y="677"/>
                      <a:pt x="2507" y="677"/>
                    </a:cubicBezTo>
                    <a:cubicBezTo>
                      <a:pt x="2528" y="677"/>
                      <a:pt x="2539" y="688"/>
                      <a:pt x="2549" y="698"/>
                    </a:cubicBezTo>
                    <a:cubicBezTo>
                      <a:pt x="2560" y="698"/>
                      <a:pt x="2570" y="698"/>
                      <a:pt x="2581" y="709"/>
                    </a:cubicBezTo>
                    <a:cubicBezTo>
                      <a:pt x="2592" y="709"/>
                      <a:pt x="2602" y="720"/>
                      <a:pt x="2613" y="730"/>
                    </a:cubicBezTo>
                    <a:cubicBezTo>
                      <a:pt x="2623" y="730"/>
                      <a:pt x="2634" y="741"/>
                      <a:pt x="2645" y="741"/>
                    </a:cubicBezTo>
                    <a:cubicBezTo>
                      <a:pt x="2655" y="751"/>
                      <a:pt x="2666" y="762"/>
                      <a:pt x="2676" y="762"/>
                    </a:cubicBezTo>
                    <a:cubicBezTo>
                      <a:pt x="2687" y="773"/>
                      <a:pt x="2697" y="783"/>
                      <a:pt x="2719" y="783"/>
                    </a:cubicBezTo>
                    <a:cubicBezTo>
                      <a:pt x="2719" y="794"/>
                      <a:pt x="2729" y="794"/>
                      <a:pt x="2729" y="794"/>
                    </a:cubicBezTo>
                    <a:cubicBezTo>
                      <a:pt x="2750" y="804"/>
                      <a:pt x="2761" y="815"/>
                      <a:pt x="2771" y="825"/>
                    </a:cubicBezTo>
                    <a:cubicBezTo>
                      <a:pt x="2793" y="847"/>
                      <a:pt x="2803" y="857"/>
                      <a:pt x="2824" y="868"/>
                    </a:cubicBezTo>
                    <a:cubicBezTo>
                      <a:pt x="2835" y="878"/>
                      <a:pt x="2856" y="889"/>
                      <a:pt x="2867" y="899"/>
                    </a:cubicBezTo>
                    <a:cubicBezTo>
                      <a:pt x="2877" y="910"/>
                      <a:pt x="2888" y="921"/>
                      <a:pt x="2898" y="931"/>
                    </a:cubicBezTo>
                    <a:cubicBezTo>
                      <a:pt x="2909" y="942"/>
                      <a:pt x="2919" y="952"/>
                      <a:pt x="2919" y="952"/>
                    </a:cubicBezTo>
                    <a:cubicBezTo>
                      <a:pt x="2930" y="963"/>
                      <a:pt x="2941" y="973"/>
                      <a:pt x="2941" y="973"/>
                    </a:cubicBezTo>
                    <a:cubicBezTo>
                      <a:pt x="2972" y="1005"/>
                      <a:pt x="3004" y="1047"/>
                      <a:pt x="3036" y="1079"/>
                    </a:cubicBezTo>
                    <a:cubicBezTo>
                      <a:pt x="3216" y="1312"/>
                      <a:pt x="3332" y="1597"/>
                      <a:pt x="3332" y="1904"/>
                    </a:cubicBezTo>
                    <a:lnTo>
                      <a:pt x="3332" y="1946"/>
                    </a:lnTo>
                    <a:cubicBezTo>
                      <a:pt x="3332" y="2020"/>
                      <a:pt x="3332" y="2094"/>
                      <a:pt x="3321" y="2158"/>
                    </a:cubicBezTo>
                    <a:lnTo>
                      <a:pt x="3321" y="2168"/>
                    </a:lnTo>
                    <a:cubicBezTo>
                      <a:pt x="3216" y="2824"/>
                      <a:pt x="2645" y="3331"/>
                      <a:pt x="1947" y="3331"/>
                    </a:cubicBezTo>
                    <a:cubicBezTo>
                      <a:pt x="1714" y="3331"/>
                      <a:pt x="1492" y="3279"/>
                      <a:pt x="1302" y="3173"/>
                    </a:cubicBezTo>
                    <a:cubicBezTo>
                      <a:pt x="1291" y="3162"/>
                      <a:pt x="1270" y="3162"/>
                      <a:pt x="1259" y="3152"/>
                    </a:cubicBezTo>
                    <a:lnTo>
                      <a:pt x="1196" y="3120"/>
                    </a:lnTo>
                    <a:cubicBezTo>
                      <a:pt x="1154" y="3088"/>
                      <a:pt x="1111" y="3057"/>
                      <a:pt x="1080" y="3025"/>
                    </a:cubicBezTo>
                    <a:cubicBezTo>
                      <a:pt x="1058" y="3004"/>
                      <a:pt x="1037" y="2993"/>
                      <a:pt x="1016" y="2972"/>
                    </a:cubicBezTo>
                    <a:cubicBezTo>
                      <a:pt x="984" y="2951"/>
                      <a:pt x="963" y="2919"/>
                      <a:pt x="931" y="2898"/>
                    </a:cubicBezTo>
                    <a:cubicBezTo>
                      <a:pt x="921" y="2877"/>
                      <a:pt x="910" y="2866"/>
                      <a:pt x="900" y="2856"/>
                    </a:cubicBezTo>
                    <a:cubicBezTo>
                      <a:pt x="879" y="2834"/>
                      <a:pt x="857" y="2813"/>
                      <a:pt x="847" y="2782"/>
                    </a:cubicBezTo>
                    <a:cubicBezTo>
                      <a:pt x="836" y="2771"/>
                      <a:pt x="826" y="2760"/>
                      <a:pt x="815" y="2750"/>
                    </a:cubicBezTo>
                    <a:cubicBezTo>
                      <a:pt x="794" y="2718"/>
                      <a:pt x="783" y="2697"/>
                      <a:pt x="762" y="2665"/>
                    </a:cubicBezTo>
                    <a:cubicBezTo>
                      <a:pt x="752" y="2655"/>
                      <a:pt x="752" y="2644"/>
                      <a:pt x="741" y="2634"/>
                    </a:cubicBezTo>
                    <a:cubicBezTo>
                      <a:pt x="731" y="2623"/>
                      <a:pt x="731" y="2602"/>
                      <a:pt x="720" y="2591"/>
                    </a:cubicBezTo>
                    <a:cubicBezTo>
                      <a:pt x="709" y="2581"/>
                      <a:pt x="709" y="2570"/>
                      <a:pt x="709" y="2560"/>
                    </a:cubicBezTo>
                    <a:cubicBezTo>
                      <a:pt x="699" y="2549"/>
                      <a:pt x="688" y="2528"/>
                      <a:pt x="678" y="2507"/>
                    </a:cubicBezTo>
                    <a:cubicBezTo>
                      <a:pt x="667" y="2496"/>
                      <a:pt x="667" y="2475"/>
                      <a:pt x="657" y="2454"/>
                    </a:cubicBezTo>
                    <a:cubicBezTo>
                      <a:pt x="646" y="2433"/>
                      <a:pt x="635" y="2412"/>
                      <a:pt x="635" y="2390"/>
                    </a:cubicBezTo>
                    <a:cubicBezTo>
                      <a:pt x="625" y="2369"/>
                      <a:pt x="614" y="2348"/>
                      <a:pt x="614" y="2337"/>
                    </a:cubicBezTo>
                    <a:cubicBezTo>
                      <a:pt x="614" y="2327"/>
                      <a:pt x="604" y="2316"/>
                      <a:pt x="604" y="2306"/>
                    </a:cubicBezTo>
                    <a:cubicBezTo>
                      <a:pt x="604" y="2285"/>
                      <a:pt x="604" y="2274"/>
                      <a:pt x="593" y="2253"/>
                    </a:cubicBezTo>
                    <a:cubicBezTo>
                      <a:pt x="593" y="2232"/>
                      <a:pt x="583" y="2211"/>
                      <a:pt x="583" y="2189"/>
                    </a:cubicBezTo>
                    <a:cubicBezTo>
                      <a:pt x="583" y="2179"/>
                      <a:pt x="572" y="2158"/>
                      <a:pt x="572" y="2147"/>
                    </a:cubicBezTo>
                    <a:cubicBezTo>
                      <a:pt x="572" y="2126"/>
                      <a:pt x="572" y="2115"/>
                      <a:pt x="572" y="2094"/>
                    </a:cubicBezTo>
                    <a:cubicBezTo>
                      <a:pt x="561" y="2073"/>
                      <a:pt x="561" y="2052"/>
                      <a:pt x="561" y="2031"/>
                    </a:cubicBezTo>
                    <a:lnTo>
                      <a:pt x="561" y="2020"/>
                    </a:lnTo>
                    <a:cubicBezTo>
                      <a:pt x="561" y="1999"/>
                      <a:pt x="561" y="1978"/>
                      <a:pt x="561" y="1946"/>
                    </a:cubicBezTo>
                    <a:cubicBezTo>
                      <a:pt x="561" y="1185"/>
                      <a:pt x="1185" y="561"/>
                      <a:pt x="1947" y="561"/>
                    </a:cubicBezTo>
                    <a:close/>
                    <a:moveTo>
                      <a:pt x="1947" y="1"/>
                    </a:moveTo>
                    <a:cubicBezTo>
                      <a:pt x="868" y="1"/>
                      <a:pt x="1" y="878"/>
                      <a:pt x="1" y="1946"/>
                    </a:cubicBezTo>
                    <a:cubicBezTo>
                      <a:pt x="1" y="2591"/>
                      <a:pt x="308" y="3162"/>
                      <a:pt x="794" y="3522"/>
                    </a:cubicBezTo>
                    <a:cubicBezTo>
                      <a:pt x="1111" y="3754"/>
                      <a:pt x="1513" y="3902"/>
                      <a:pt x="1947" y="3902"/>
                    </a:cubicBezTo>
                    <a:cubicBezTo>
                      <a:pt x="2951" y="3902"/>
                      <a:pt x="3776" y="3141"/>
                      <a:pt x="3882" y="2168"/>
                    </a:cubicBezTo>
                    <a:cubicBezTo>
                      <a:pt x="3892" y="2105"/>
                      <a:pt x="3892" y="2041"/>
                      <a:pt x="3892" y="1978"/>
                    </a:cubicBezTo>
                    <a:lnTo>
                      <a:pt x="3892" y="1946"/>
                    </a:lnTo>
                    <a:cubicBezTo>
                      <a:pt x="3892" y="1418"/>
                      <a:pt x="3681" y="942"/>
                      <a:pt x="3342" y="593"/>
                    </a:cubicBezTo>
                    <a:lnTo>
                      <a:pt x="3342" y="582"/>
                    </a:lnTo>
                    <a:cubicBezTo>
                      <a:pt x="3300" y="540"/>
                      <a:pt x="3237" y="487"/>
                      <a:pt x="3184" y="434"/>
                    </a:cubicBezTo>
                    <a:cubicBezTo>
                      <a:pt x="3163" y="424"/>
                      <a:pt x="3152" y="413"/>
                      <a:pt x="3131" y="402"/>
                    </a:cubicBezTo>
                    <a:cubicBezTo>
                      <a:pt x="3110" y="381"/>
                      <a:pt x="3089" y="360"/>
                      <a:pt x="3067" y="350"/>
                    </a:cubicBezTo>
                    <a:cubicBezTo>
                      <a:pt x="3046" y="328"/>
                      <a:pt x="3025" y="318"/>
                      <a:pt x="2993" y="307"/>
                    </a:cubicBezTo>
                    <a:cubicBezTo>
                      <a:pt x="2993" y="307"/>
                      <a:pt x="2993" y="297"/>
                      <a:pt x="2993" y="297"/>
                    </a:cubicBezTo>
                    <a:cubicBezTo>
                      <a:pt x="2972" y="286"/>
                      <a:pt x="2951" y="276"/>
                      <a:pt x="2930" y="265"/>
                    </a:cubicBezTo>
                    <a:cubicBezTo>
                      <a:pt x="2919" y="254"/>
                      <a:pt x="2909" y="254"/>
                      <a:pt x="2909" y="244"/>
                    </a:cubicBezTo>
                    <a:cubicBezTo>
                      <a:pt x="2888" y="244"/>
                      <a:pt x="2877" y="233"/>
                      <a:pt x="2867" y="223"/>
                    </a:cubicBezTo>
                    <a:cubicBezTo>
                      <a:pt x="2845" y="212"/>
                      <a:pt x="2835" y="212"/>
                      <a:pt x="2814" y="201"/>
                    </a:cubicBezTo>
                    <a:lnTo>
                      <a:pt x="2782" y="180"/>
                    </a:lnTo>
                    <a:cubicBezTo>
                      <a:pt x="2771" y="180"/>
                      <a:pt x="2750" y="170"/>
                      <a:pt x="2729" y="159"/>
                    </a:cubicBezTo>
                    <a:cubicBezTo>
                      <a:pt x="2719" y="149"/>
                      <a:pt x="2697" y="149"/>
                      <a:pt x="2687" y="138"/>
                    </a:cubicBezTo>
                    <a:cubicBezTo>
                      <a:pt x="2676" y="138"/>
                      <a:pt x="2666" y="127"/>
                      <a:pt x="2655" y="127"/>
                    </a:cubicBezTo>
                    <a:cubicBezTo>
                      <a:pt x="2623" y="117"/>
                      <a:pt x="2602" y="106"/>
                      <a:pt x="2581" y="106"/>
                    </a:cubicBezTo>
                    <a:cubicBezTo>
                      <a:pt x="2549" y="96"/>
                      <a:pt x="2518" y="85"/>
                      <a:pt x="2486" y="75"/>
                    </a:cubicBezTo>
                    <a:cubicBezTo>
                      <a:pt x="2465" y="64"/>
                      <a:pt x="2433" y="53"/>
                      <a:pt x="2401" y="53"/>
                    </a:cubicBezTo>
                    <a:cubicBezTo>
                      <a:pt x="2370" y="43"/>
                      <a:pt x="2348" y="43"/>
                      <a:pt x="2327" y="32"/>
                    </a:cubicBezTo>
                    <a:lnTo>
                      <a:pt x="2317" y="32"/>
                    </a:lnTo>
                    <a:cubicBezTo>
                      <a:pt x="2296" y="32"/>
                      <a:pt x="2264" y="22"/>
                      <a:pt x="2232" y="22"/>
                    </a:cubicBezTo>
                    <a:cubicBezTo>
                      <a:pt x="2222" y="22"/>
                      <a:pt x="2211" y="11"/>
                      <a:pt x="2200" y="11"/>
                    </a:cubicBezTo>
                    <a:lnTo>
                      <a:pt x="2116" y="11"/>
                    </a:lnTo>
                    <a:cubicBezTo>
                      <a:pt x="2095" y="1"/>
                      <a:pt x="2063" y="1"/>
                      <a:pt x="20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47"/>
              <p:cNvSpPr/>
              <p:nvPr/>
            </p:nvSpPr>
            <p:spPr>
              <a:xfrm>
                <a:off x="5438036" y="1995652"/>
                <a:ext cx="200822" cy="215420"/>
              </a:xfrm>
              <a:custGeom>
                <a:rect b="b" l="l" r="r" t="t"/>
                <a:pathLst>
                  <a:path extrusionOk="0" h="3586" w="3343">
                    <a:moveTo>
                      <a:pt x="1947" y="1"/>
                    </a:moveTo>
                    <a:cubicBezTo>
                      <a:pt x="868" y="1"/>
                      <a:pt x="1" y="878"/>
                      <a:pt x="1" y="1946"/>
                    </a:cubicBezTo>
                    <a:cubicBezTo>
                      <a:pt x="1" y="2591"/>
                      <a:pt x="308" y="3162"/>
                      <a:pt x="794" y="3522"/>
                    </a:cubicBezTo>
                    <a:cubicBezTo>
                      <a:pt x="847" y="3564"/>
                      <a:pt x="910" y="3585"/>
                      <a:pt x="984" y="3585"/>
                    </a:cubicBezTo>
                    <a:cubicBezTo>
                      <a:pt x="1154" y="3585"/>
                      <a:pt x="1280" y="3448"/>
                      <a:pt x="1280" y="3279"/>
                    </a:cubicBezTo>
                    <a:cubicBezTo>
                      <a:pt x="1280" y="3247"/>
                      <a:pt x="1280" y="3215"/>
                      <a:pt x="1270" y="3194"/>
                    </a:cubicBezTo>
                    <a:cubicBezTo>
                      <a:pt x="1270" y="3183"/>
                      <a:pt x="1259" y="3162"/>
                      <a:pt x="1259" y="3152"/>
                    </a:cubicBezTo>
                    <a:cubicBezTo>
                      <a:pt x="1217" y="3131"/>
                      <a:pt x="1175" y="3109"/>
                      <a:pt x="1132" y="3078"/>
                    </a:cubicBezTo>
                    <a:cubicBezTo>
                      <a:pt x="1132" y="3078"/>
                      <a:pt x="1132" y="3078"/>
                      <a:pt x="1122" y="3067"/>
                    </a:cubicBezTo>
                    <a:cubicBezTo>
                      <a:pt x="1090" y="3046"/>
                      <a:pt x="1048" y="3014"/>
                      <a:pt x="1016" y="2983"/>
                    </a:cubicBezTo>
                    <a:cubicBezTo>
                      <a:pt x="984" y="2951"/>
                      <a:pt x="953" y="2919"/>
                      <a:pt x="931" y="2898"/>
                    </a:cubicBezTo>
                    <a:cubicBezTo>
                      <a:pt x="921" y="2887"/>
                      <a:pt x="910" y="2877"/>
                      <a:pt x="900" y="2866"/>
                    </a:cubicBezTo>
                    <a:cubicBezTo>
                      <a:pt x="879" y="2834"/>
                      <a:pt x="857" y="2813"/>
                      <a:pt x="836" y="2782"/>
                    </a:cubicBezTo>
                    <a:cubicBezTo>
                      <a:pt x="826" y="2771"/>
                      <a:pt x="815" y="2760"/>
                      <a:pt x="815" y="2750"/>
                    </a:cubicBezTo>
                    <a:cubicBezTo>
                      <a:pt x="794" y="2729"/>
                      <a:pt x="773" y="2697"/>
                      <a:pt x="752" y="2665"/>
                    </a:cubicBezTo>
                    <a:cubicBezTo>
                      <a:pt x="752" y="2655"/>
                      <a:pt x="741" y="2644"/>
                      <a:pt x="741" y="2634"/>
                    </a:cubicBezTo>
                    <a:cubicBezTo>
                      <a:pt x="731" y="2623"/>
                      <a:pt x="720" y="2612"/>
                      <a:pt x="709" y="2591"/>
                    </a:cubicBezTo>
                    <a:cubicBezTo>
                      <a:pt x="709" y="2581"/>
                      <a:pt x="699" y="2581"/>
                      <a:pt x="699" y="2570"/>
                    </a:cubicBezTo>
                    <a:cubicBezTo>
                      <a:pt x="688" y="2549"/>
                      <a:pt x="678" y="2528"/>
                      <a:pt x="678" y="2507"/>
                    </a:cubicBezTo>
                    <a:cubicBezTo>
                      <a:pt x="667" y="2496"/>
                      <a:pt x="657" y="2475"/>
                      <a:pt x="646" y="2454"/>
                    </a:cubicBezTo>
                    <a:cubicBezTo>
                      <a:pt x="646" y="2433"/>
                      <a:pt x="635" y="2412"/>
                      <a:pt x="625" y="2390"/>
                    </a:cubicBezTo>
                    <a:cubicBezTo>
                      <a:pt x="625" y="2369"/>
                      <a:pt x="614" y="2348"/>
                      <a:pt x="614" y="2337"/>
                    </a:cubicBezTo>
                    <a:cubicBezTo>
                      <a:pt x="604" y="2327"/>
                      <a:pt x="604" y="2316"/>
                      <a:pt x="604" y="2306"/>
                    </a:cubicBezTo>
                    <a:cubicBezTo>
                      <a:pt x="593" y="2285"/>
                      <a:pt x="593" y="2274"/>
                      <a:pt x="593" y="2263"/>
                    </a:cubicBezTo>
                    <a:cubicBezTo>
                      <a:pt x="583" y="2242"/>
                      <a:pt x="583" y="2211"/>
                      <a:pt x="572" y="2189"/>
                    </a:cubicBezTo>
                    <a:cubicBezTo>
                      <a:pt x="572" y="2179"/>
                      <a:pt x="572" y="2158"/>
                      <a:pt x="572" y="2147"/>
                    </a:cubicBezTo>
                    <a:cubicBezTo>
                      <a:pt x="561" y="2126"/>
                      <a:pt x="561" y="2115"/>
                      <a:pt x="561" y="2094"/>
                    </a:cubicBezTo>
                    <a:cubicBezTo>
                      <a:pt x="561" y="2073"/>
                      <a:pt x="561" y="2052"/>
                      <a:pt x="561" y="2031"/>
                    </a:cubicBezTo>
                    <a:lnTo>
                      <a:pt x="561" y="2020"/>
                    </a:lnTo>
                    <a:cubicBezTo>
                      <a:pt x="561" y="1999"/>
                      <a:pt x="551" y="1978"/>
                      <a:pt x="551" y="1946"/>
                    </a:cubicBezTo>
                    <a:cubicBezTo>
                      <a:pt x="551" y="1185"/>
                      <a:pt x="1175" y="561"/>
                      <a:pt x="1947" y="561"/>
                    </a:cubicBezTo>
                    <a:lnTo>
                      <a:pt x="2074" y="561"/>
                    </a:lnTo>
                    <a:cubicBezTo>
                      <a:pt x="2074" y="561"/>
                      <a:pt x="2084" y="572"/>
                      <a:pt x="2095" y="572"/>
                    </a:cubicBezTo>
                    <a:cubicBezTo>
                      <a:pt x="2126" y="572"/>
                      <a:pt x="2148" y="572"/>
                      <a:pt x="2169" y="582"/>
                    </a:cubicBezTo>
                    <a:cubicBezTo>
                      <a:pt x="2190" y="582"/>
                      <a:pt x="2200" y="582"/>
                      <a:pt x="2222" y="593"/>
                    </a:cubicBezTo>
                    <a:lnTo>
                      <a:pt x="2253" y="593"/>
                    </a:lnTo>
                    <a:cubicBezTo>
                      <a:pt x="2264" y="593"/>
                      <a:pt x="2274" y="603"/>
                      <a:pt x="2285" y="603"/>
                    </a:cubicBezTo>
                    <a:cubicBezTo>
                      <a:pt x="2296" y="603"/>
                      <a:pt x="2317" y="614"/>
                      <a:pt x="2327" y="614"/>
                    </a:cubicBezTo>
                    <a:cubicBezTo>
                      <a:pt x="2338" y="614"/>
                      <a:pt x="2348" y="624"/>
                      <a:pt x="2359" y="624"/>
                    </a:cubicBezTo>
                    <a:cubicBezTo>
                      <a:pt x="2370" y="624"/>
                      <a:pt x="2391" y="635"/>
                      <a:pt x="2412" y="635"/>
                    </a:cubicBezTo>
                    <a:lnTo>
                      <a:pt x="2433" y="646"/>
                    </a:lnTo>
                    <a:cubicBezTo>
                      <a:pt x="2444" y="656"/>
                      <a:pt x="2454" y="656"/>
                      <a:pt x="2475" y="667"/>
                    </a:cubicBezTo>
                    <a:lnTo>
                      <a:pt x="2507" y="677"/>
                    </a:lnTo>
                    <a:cubicBezTo>
                      <a:pt x="2518" y="688"/>
                      <a:pt x="2528" y="688"/>
                      <a:pt x="2539" y="698"/>
                    </a:cubicBezTo>
                    <a:cubicBezTo>
                      <a:pt x="2549" y="698"/>
                      <a:pt x="2560" y="709"/>
                      <a:pt x="2570" y="709"/>
                    </a:cubicBezTo>
                    <a:cubicBezTo>
                      <a:pt x="2581" y="720"/>
                      <a:pt x="2592" y="720"/>
                      <a:pt x="2613" y="730"/>
                    </a:cubicBezTo>
                    <a:cubicBezTo>
                      <a:pt x="2623" y="730"/>
                      <a:pt x="2634" y="741"/>
                      <a:pt x="2645" y="741"/>
                    </a:cubicBezTo>
                    <a:cubicBezTo>
                      <a:pt x="2655" y="751"/>
                      <a:pt x="2666" y="762"/>
                      <a:pt x="2676" y="762"/>
                    </a:cubicBezTo>
                    <a:cubicBezTo>
                      <a:pt x="2687" y="773"/>
                      <a:pt x="2697" y="783"/>
                      <a:pt x="2708" y="783"/>
                    </a:cubicBezTo>
                    <a:cubicBezTo>
                      <a:pt x="2719" y="794"/>
                      <a:pt x="2719" y="794"/>
                      <a:pt x="2729" y="804"/>
                    </a:cubicBezTo>
                    <a:cubicBezTo>
                      <a:pt x="2740" y="815"/>
                      <a:pt x="2761" y="825"/>
                      <a:pt x="2771" y="836"/>
                    </a:cubicBezTo>
                    <a:cubicBezTo>
                      <a:pt x="2782" y="847"/>
                      <a:pt x="2803" y="857"/>
                      <a:pt x="2814" y="868"/>
                    </a:cubicBezTo>
                    <a:cubicBezTo>
                      <a:pt x="2835" y="878"/>
                      <a:pt x="2845" y="889"/>
                      <a:pt x="2867" y="910"/>
                    </a:cubicBezTo>
                    <a:cubicBezTo>
                      <a:pt x="2877" y="910"/>
                      <a:pt x="2888" y="921"/>
                      <a:pt x="2898" y="931"/>
                    </a:cubicBezTo>
                    <a:cubicBezTo>
                      <a:pt x="2898" y="942"/>
                      <a:pt x="2909" y="952"/>
                      <a:pt x="2919" y="952"/>
                    </a:cubicBezTo>
                    <a:cubicBezTo>
                      <a:pt x="2919" y="963"/>
                      <a:pt x="2930" y="973"/>
                      <a:pt x="2941" y="973"/>
                    </a:cubicBezTo>
                    <a:cubicBezTo>
                      <a:pt x="2972" y="1016"/>
                      <a:pt x="3004" y="1047"/>
                      <a:pt x="3036" y="1090"/>
                    </a:cubicBezTo>
                    <a:lnTo>
                      <a:pt x="3342" y="582"/>
                    </a:lnTo>
                    <a:cubicBezTo>
                      <a:pt x="3292" y="532"/>
                      <a:pt x="3242" y="491"/>
                      <a:pt x="3182" y="441"/>
                    </a:cubicBezTo>
                    <a:lnTo>
                      <a:pt x="3182" y="441"/>
                    </a:lnTo>
                    <a:cubicBezTo>
                      <a:pt x="3171" y="422"/>
                      <a:pt x="3151" y="412"/>
                      <a:pt x="3131" y="402"/>
                    </a:cubicBezTo>
                    <a:cubicBezTo>
                      <a:pt x="3110" y="381"/>
                      <a:pt x="3089" y="371"/>
                      <a:pt x="3067" y="350"/>
                    </a:cubicBezTo>
                    <a:cubicBezTo>
                      <a:pt x="3046" y="339"/>
                      <a:pt x="3025" y="318"/>
                      <a:pt x="2993" y="307"/>
                    </a:cubicBezTo>
                    <a:cubicBezTo>
                      <a:pt x="2993" y="307"/>
                      <a:pt x="2993" y="297"/>
                      <a:pt x="2993" y="297"/>
                    </a:cubicBezTo>
                    <a:cubicBezTo>
                      <a:pt x="2972" y="286"/>
                      <a:pt x="2951" y="276"/>
                      <a:pt x="2930" y="265"/>
                    </a:cubicBezTo>
                    <a:cubicBezTo>
                      <a:pt x="2919" y="254"/>
                      <a:pt x="2919" y="254"/>
                      <a:pt x="2909" y="244"/>
                    </a:cubicBezTo>
                    <a:cubicBezTo>
                      <a:pt x="2888" y="244"/>
                      <a:pt x="2877" y="233"/>
                      <a:pt x="2867" y="223"/>
                    </a:cubicBezTo>
                    <a:cubicBezTo>
                      <a:pt x="2845" y="212"/>
                      <a:pt x="2835" y="212"/>
                      <a:pt x="2814" y="201"/>
                    </a:cubicBezTo>
                    <a:lnTo>
                      <a:pt x="2782" y="180"/>
                    </a:lnTo>
                    <a:cubicBezTo>
                      <a:pt x="2771" y="180"/>
                      <a:pt x="2750" y="170"/>
                      <a:pt x="2729" y="159"/>
                    </a:cubicBezTo>
                    <a:cubicBezTo>
                      <a:pt x="2719" y="149"/>
                      <a:pt x="2708" y="149"/>
                      <a:pt x="2687" y="138"/>
                    </a:cubicBezTo>
                    <a:cubicBezTo>
                      <a:pt x="2676" y="138"/>
                      <a:pt x="2666" y="127"/>
                      <a:pt x="2655" y="127"/>
                    </a:cubicBezTo>
                    <a:cubicBezTo>
                      <a:pt x="2634" y="117"/>
                      <a:pt x="2602" y="106"/>
                      <a:pt x="2581" y="106"/>
                    </a:cubicBezTo>
                    <a:cubicBezTo>
                      <a:pt x="2549" y="96"/>
                      <a:pt x="2518" y="85"/>
                      <a:pt x="2496" y="75"/>
                    </a:cubicBezTo>
                    <a:lnTo>
                      <a:pt x="2486" y="75"/>
                    </a:lnTo>
                    <a:cubicBezTo>
                      <a:pt x="2465" y="64"/>
                      <a:pt x="2433" y="53"/>
                      <a:pt x="2401" y="53"/>
                    </a:cubicBezTo>
                    <a:cubicBezTo>
                      <a:pt x="2380" y="43"/>
                      <a:pt x="2348" y="43"/>
                      <a:pt x="2327" y="32"/>
                    </a:cubicBezTo>
                    <a:cubicBezTo>
                      <a:pt x="2296" y="32"/>
                      <a:pt x="2264" y="22"/>
                      <a:pt x="2232" y="22"/>
                    </a:cubicBezTo>
                    <a:cubicBezTo>
                      <a:pt x="2222" y="22"/>
                      <a:pt x="2211" y="11"/>
                      <a:pt x="2200" y="11"/>
                    </a:cubicBezTo>
                    <a:lnTo>
                      <a:pt x="2126" y="11"/>
                    </a:lnTo>
                    <a:cubicBezTo>
                      <a:pt x="2095" y="1"/>
                      <a:pt x="2063" y="1"/>
                      <a:pt x="20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47"/>
              <p:cNvSpPr/>
              <p:nvPr/>
            </p:nvSpPr>
            <p:spPr>
              <a:xfrm>
                <a:off x="5547969" y="1995652"/>
                <a:ext cx="123930" cy="141230"/>
              </a:xfrm>
              <a:custGeom>
                <a:rect b="b" l="l" r="r" t="t"/>
                <a:pathLst>
                  <a:path extrusionOk="0" h="2351" w="2063">
                    <a:moveTo>
                      <a:pt x="191" y="1"/>
                    </a:moveTo>
                    <a:cubicBezTo>
                      <a:pt x="138" y="22"/>
                      <a:pt x="95" y="64"/>
                      <a:pt x="64" y="106"/>
                    </a:cubicBezTo>
                    <a:cubicBezTo>
                      <a:pt x="21" y="159"/>
                      <a:pt x="0" y="233"/>
                      <a:pt x="11" y="297"/>
                    </a:cubicBezTo>
                    <a:cubicBezTo>
                      <a:pt x="11" y="413"/>
                      <a:pt x="85" y="519"/>
                      <a:pt x="191" y="561"/>
                    </a:cubicBezTo>
                    <a:lnTo>
                      <a:pt x="244" y="561"/>
                    </a:lnTo>
                    <a:cubicBezTo>
                      <a:pt x="254" y="561"/>
                      <a:pt x="265" y="561"/>
                      <a:pt x="265" y="572"/>
                    </a:cubicBezTo>
                    <a:cubicBezTo>
                      <a:pt x="296" y="572"/>
                      <a:pt x="318" y="572"/>
                      <a:pt x="349" y="582"/>
                    </a:cubicBezTo>
                    <a:lnTo>
                      <a:pt x="392" y="582"/>
                    </a:lnTo>
                    <a:cubicBezTo>
                      <a:pt x="402" y="593"/>
                      <a:pt x="413" y="593"/>
                      <a:pt x="434" y="593"/>
                    </a:cubicBezTo>
                    <a:cubicBezTo>
                      <a:pt x="434" y="593"/>
                      <a:pt x="444" y="603"/>
                      <a:pt x="455" y="603"/>
                    </a:cubicBezTo>
                    <a:cubicBezTo>
                      <a:pt x="476" y="603"/>
                      <a:pt x="487" y="614"/>
                      <a:pt x="497" y="614"/>
                    </a:cubicBezTo>
                    <a:cubicBezTo>
                      <a:pt x="508" y="614"/>
                      <a:pt x="518" y="614"/>
                      <a:pt x="529" y="624"/>
                    </a:cubicBezTo>
                    <a:cubicBezTo>
                      <a:pt x="550" y="624"/>
                      <a:pt x="561" y="635"/>
                      <a:pt x="582" y="635"/>
                    </a:cubicBezTo>
                    <a:lnTo>
                      <a:pt x="603" y="646"/>
                    </a:lnTo>
                    <a:cubicBezTo>
                      <a:pt x="614" y="656"/>
                      <a:pt x="624" y="656"/>
                      <a:pt x="645" y="667"/>
                    </a:cubicBezTo>
                    <a:cubicBezTo>
                      <a:pt x="656" y="667"/>
                      <a:pt x="666" y="677"/>
                      <a:pt x="677" y="677"/>
                    </a:cubicBezTo>
                    <a:cubicBezTo>
                      <a:pt x="688" y="677"/>
                      <a:pt x="698" y="688"/>
                      <a:pt x="719" y="698"/>
                    </a:cubicBezTo>
                    <a:cubicBezTo>
                      <a:pt x="730" y="698"/>
                      <a:pt x="730" y="698"/>
                      <a:pt x="740" y="709"/>
                    </a:cubicBezTo>
                    <a:cubicBezTo>
                      <a:pt x="762" y="709"/>
                      <a:pt x="772" y="720"/>
                      <a:pt x="783" y="730"/>
                    </a:cubicBezTo>
                    <a:cubicBezTo>
                      <a:pt x="793" y="730"/>
                      <a:pt x="804" y="741"/>
                      <a:pt x="815" y="741"/>
                    </a:cubicBezTo>
                    <a:cubicBezTo>
                      <a:pt x="825" y="751"/>
                      <a:pt x="836" y="762"/>
                      <a:pt x="846" y="762"/>
                    </a:cubicBezTo>
                    <a:cubicBezTo>
                      <a:pt x="857" y="773"/>
                      <a:pt x="867" y="783"/>
                      <a:pt x="878" y="783"/>
                    </a:cubicBezTo>
                    <a:cubicBezTo>
                      <a:pt x="889" y="794"/>
                      <a:pt x="889" y="794"/>
                      <a:pt x="899" y="794"/>
                    </a:cubicBezTo>
                    <a:cubicBezTo>
                      <a:pt x="910" y="804"/>
                      <a:pt x="931" y="815"/>
                      <a:pt x="941" y="825"/>
                    </a:cubicBezTo>
                    <a:cubicBezTo>
                      <a:pt x="963" y="847"/>
                      <a:pt x="973" y="857"/>
                      <a:pt x="994" y="868"/>
                    </a:cubicBezTo>
                    <a:cubicBezTo>
                      <a:pt x="1005" y="878"/>
                      <a:pt x="1015" y="889"/>
                      <a:pt x="1037" y="899"/>
                    </a:cubicBezTo>
                    <a:cubicBezTo>
                      <a:pt x="1047" y="910"/>
                      <a:pt x="1058" y="921"/>
                      <a:pt x="1068" y="931"/>
                    </a:cubicBezTo>
                    <a:cubicBezTo>
                      <a:pt x="1079" y="942"/>
                      <a:pt x="1079" y="952"/>
                      <a:pt x="1089" y="952"/>
                    </a:cubicBezTo>
                    <a:cubicBezTo>
                      <a:pt x="1100" y="963"/>
                      <a:pt x="1100" y="973"/>
                      <a:pt x="1111" y="973"/>
                    </a:cubicBezTo>
                    <a:cubicBezTo>
                      <a:pt x="1142" y="1005"/>
                      <a:pt x="1174" y="1047"/>
                      <a:pt x="1206" y="1079"/>
                    </a:cubicBezTo>
                    <a:cubicBezTo>
                      <a:pt x="1386" y="1312"/>
                      <a:pt x="1502" y="1597"/>
                      <a:pt x="1502" y="1904"/>
                    </a:cubicBezTo>
                    <a:lnTo>
                      <a:pt x="1502" y="1946"/>
                    </a:lnTo>
                    <a:cubicBezTo>
                      <a:pt x="1502" y="2020"/>
                      <a:pt x="1502" y="2094"/>
                      <a:pt x="1491" y="2158"/>
                    </a:cubicBezTo>
                    <a:cubicBezTo>
                      <a:pt x="1534" y="2274"/>
                      <a:pt x="1639" y="2348"/>
                      <a:pt x="1756" y="2348"/>
                    </a:cubicBezTo>
                    <a:cubicBezTo>
                      <a:pt x="1768" y="2350"/>
                      <a:pt x="1781" y="2351"/>
                      <a:pt x="1793" y="2351"/>
                    </a:cubicBezTo>
                    <a:cubicBezTo>
                      <a:pt x="1851" y="2351"/>
                      <a:pt x="1902" y="2330"/>
                      <a:pt x="1946" y="2295"/>
                    </a:cubicBezTo>
                    <a:cubicBezTo>
                      <a:pt x="1988" y="2263"/>
                      <a:pt x="2031" y="2211"/>
                      <a:pt x="2052" y="2158"/>
                    </a:cubicBezTo>
                    <a:cubicBezTo>
                      <a:pt x="2062" y="2094"/>
                      <a:pt x="2062" y="2031"/>
                      <a:pt x="2062" y="1967"/>
                    </a:cubicBezTo>
                    <a:lnTo>
                      <a:pt x="2062" y="1946"/>
                    </a:lnTo>
                    <a:cubicBezTo>
                      <a:pt x="2062" y="1418"/>
                      <a:pt x="1851" y="942"/>
                      <a:pt x="1512" y="582"/>
                    </a:cubicBezTo>
                    <a:cubicBezTo>
                      <a:pt x="1470" y="540"/>
                      <a:pt x="1407" y="487"/>
                      <a:pt x="1354" y="434"/>
                    </a:cubicBezTo>
                    <a:cubicBezTo>
                      <a:pt x="1333" y="424"/>
                      <a:pt x="1322" y="413"/>
                      <a:pt x="1301" y="402"/>
                    </a:cubicBezTo>
                    <a:cubicBezTo>
                      <a:pt x="1280" y="381"/>
                      <a:pt x="1259" y="360"/>
                      <a:pt x="1237" y="350"/>
                    </a:cubicBezTo>
                    <a:cubicBezTo>
                      <a:pt x="1216" y="328"/>
                      <a:pt x="1195" y="318"/>
                      <a:pt x="1163" y="307"/>
                    </a:cubicBezTo>
                    <a:cubicBezTo>
                      <a:pt x="1163" y="307"/>
                      <a:pt x="1163" y="297"/>
                      <a:pt x="1163" y="297"/>
                    </a:cubicBezTo>
                    <a:cubicBezTo>
                      <a:pt x="1142" y="286"/>
                      <a:pt x="1121" y="276"/>
                      <a:pt x="1100" y="265"/>
                    </a:cubicBezTo>
                    <a:cubicBezTo>
                      <a:pt x="1089" y="254"/>
                      <a:pt x="1079" y="254"/>
                      <a:pt x="1079" y="244"/>
                    </a:cubicBezTo>
                    <a:cubicBezTo>
                      <a:pt x="1058" y="244"/>
                      <a:pt x="1047" y="233"/>
                      <a:pt x="1037" y="223"/>
                    </a:cubicBezTo>
                    <a:cubicBezTo>
                      <a:pt x="1015" y="212"/>
                      <a:pt x="1005" y="212"/>
                      <a:pt x="984" y="201"/>
                    </a:cubicBezTo>
                    <a:lnTo>
                      <a:pt x="952" y="180"/>
                    </a:lnTo>
                    <a:cubicBezTo>
                      <a:pt x="941" y="180"/>
                      <a:pt x="920" y="170"/>
                      <a:pt x="899" y="159"/>
                    </a:cubicBezTo>
                    <a:cubicBezTo>
                      <a:pt x="889" y="149"/>
                      <a:pt x="867" y="149"/>
                      <a:pt x="857" y="138"/>
                    </a:cubicBezTo>
                    <a:cubicBezTo>
                      <a:pt x="846" y="138"/>
                      <a:pt x="836" y="127"/>
                      <a:pt x="825" y="127"/>
                    </a:cubicBezTo>
                    <a:cubicBezTo>
                      <a:pt x="793" y="117"/>
                      <a:pt x="772" y="106"/>
                      <a:pt x="751" y="106"/>
                    </a:cubicBezTo>
                    <a:cubicBezTo>
                      <a:pt x="719" y="96"/>
                      <a:pt x="688" y="85"/>
                      <a:pt x="656" y="75"/>
                    </a:cubicBezTo>
                    <a:cubicBezTo>
                      <a:pt x="635" y="64"/>
                      <a:pt x="603" y="53"/>
                      <a:pt x="571" y="53"/>
                    </a:cubicBezTo>
                    <a:cubicBezTo>
                      <a:pt x="540" y="43"/>
                      <a:pt x="518" y="43"/>
                      <a:pt x="497" y="32"/>
                    </a:cubicBezTo>
                    <a:lnTo>
                      <a:pt x="487" y="32"/>
                    </a:lnTo>
                    <a:cubicBezTo>
                      <a:pt x="466" y="32"/>
                      <a:pt x="434" y="22"/>
                      <a:pt x="402" y="22"/>
                    </a:cubicBezTo>
                    <a:cubicBezTo>
                      <a:pt x="392" y="22"/>
                      <a:pt x="381" y="11"/>
                      <a:pt x="370" y="11"/>
                    </a:cubicBezTo>
                    <a:lnTo>
                      <a:pt x="286" y="11"/>
                    </a:lnTo>
                    <a:cubicBezTo>
                      <a:pt x="265" y="1"/>
                      <a:pt x="233" y="1"/>
                      <a:pt x="2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68" name="Google Shape;968;p47"/>
              <p:cNvGrpSpPr/>
              <p:nvPr/>
            </p:nvGrpSpPr>
            <p:grpSpPr>
              <a:xfrm>
                <a:off x="5720737" y="2005804"/>
                <a:ext cx="399002" cy="213498"/>
                <a:chOff x="5720737" y="2005804"/>
                <a:chExt cx="399002" cy="213498"/>
              </a:xfrm>
            </p:grpSpPr>
            <p:sp>
              <p:nvSpPr>
                <p:cNvPr id="969" name="Google Shape;969;p47"/>
                <p:cNvSpPr/>
                <p:nvPr/>
              </p:nvSpPr>
              <p:spPr>
                <a:xfrm>
                  <a:off x="5720737" y="2005804"/>
                  <a:ext cx="173489" cy="23608"/>
                </a:xfrm>
                <a:custGeom>
                  <a:rect b="b" l="l" r="r" t="t"/>
                  <a:pathLst>
                    <a:path extrusionOk="0" h="393" w="2888">
                      <a:moveTo>
                        <a:pt x="1" y="1"/>
                      </a:moveTo>
                      <a:lnTo>
                        <a:pt x="1" y="392"/>
                      </a:lnTo>
                      <a:lnTo>
                        <a:pt x="2887" y="392"/>
                      </a:lnTo>
                      <a:lnTo>
                        <a:pt x="288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47"/>
                <p:cNvSpPr/>
                <p:nvPr/>
              </p:nvSpPr>
              <p:spPr>
                <a:xfrm>
                  <a:off x="5720737" y="2053441"/>
                  <a:ext cx="399002" cy="23608"/>
                </a:xfrm>
                <a:custGeom>
                  <a:rect b="b" l="l" r="r" t="t"/>
                  <a:pathLst>
                    <a:path extrusionOk="0" h="393" w="6642">
                      <a:moveTo>
                        <a:pt x="1" y="1"/>
                      </a:moveTo>
                      <a:lnTo>
                        <a:pt x="1" y="392"/>
                      </a:lnTo>
                      <a:lnTo>
                        <a:pt x="6641" y="392"/>
                      </a:lnTo>
                      <a:lnTo>
                        <a:pt x="664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47"/>
                <p:cNvSpPr/>
                <p:nvPr/>
              </p:nvSpPr>
              <p:spPr>
                <a:xfrm>
                  <a:off x="5720737" y="2101079"/>
                  <a:ext cx="298620" cy="22948"/>
                </a:xfrm>
                <a:custGeom>
                  <a:rect b="b" l="l" r="r" t="t"/>
                  <a:pathLst>
                    <a:path extrusionOk="0" h="382" w="4971">
                      <a:moveTo>
                        <a:pt x="1" y="1"/>
                      </a:moveTo>
                      <a:lnTo>
                        <a:pt x="1" y="382"/>
                      </a:lnTo>
                      <a:lnTo>
                        <a:pt x="4970" y="382"/>
                      </a:lnTo>
                      <a:lnTo>
                        <a:pt x="49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2" name="Google Shape;972;p47"/>
                <p:cNvSpPr/>
                <p:nvPr/>
              </p:nvSpPr>
              <p:spPr>
                <a:xfrm>
                  <a:off x="5720737" y="2148116"/>
                  <a:ext cx="355149" cy="23548"/>
                </a:xfrm>
                <a:custGeom>
                  <a:rect b="b" l="l" r="r" t="t"/>
                  <a:pathLst>
                    <a:path extrusionOk="0" h="392" w="5912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5912" y="392"/>
                      </a:lnTo>
                      <a:lnTo>
                        <a:pt x="59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47"/>
                <p:cNvSpPr/>
                <p:nvPr/>
              </p:nvSpPr>
              <p:spPr>
                <a:xfrm>
                  <a:off x="5720737" y="2195753"/>
                  <a:ext cx="290991" cy="23548"/>
                </a:xfrm>
                <a:custGeom>
                  <a:rect b="b" l="l" r="r" t="t"/>
                  <a:pathLst>
                    <a:path extrusionOk="0" h="392" w="4844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4844" y="392"/>
                      </a:lnTo>
                      <a:lnTo>
                        <a:pt x="484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47"/>
                <p:cNvSpPr/>
                <p:nvPr/>
              </p:nvSpPr>
              <p:spPr>
                <a:xfrm>
                  <a:off x="6031973" y="2195753"/>
                  <a:ext cx="87766" cy="23548"/>
                </a:xfrm>
                <a:custGeom>
                  <a:rect b="b" l="l" r="r" t="t"/>
                  <a:pathLst>
                    <a:path extrusionOk="0" h="392" w="1461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1460" y="392"/>
                      </a:lnTo>
                      <a:lnTo>
                        <a:pt x="14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75" name="Google Shape;975;p47"/>
            <p:cNvGrpSpPr/>
            <p:nvPr/>
          </p:nvGrpSpPr>
          <p:grpSpPr>
            <a:xfrm>
              <a:off x="5375200" y="2328513"/>
              <a:ext cx="807434" cy="357071"/>
              <a:chOff x="5375200" y="2328513"/>
              <a:chExt cx="807434" cy="357071"/>
            </a:xfrm>
          </p:grpSpPr>
          <p:sp>
            <p:nvSpPr>
              <p:cNvPr id="976" name="Google Shape;976;p47"/>
              <p:cNvSpPr/>
              <p:nvPr/>
            </p:nvSpPr>
            <p:spPr>
              <a:xfrm>
                <a:off x="5375200" y="2328513"/>
                <a:ext cx="807434" cy="357071"/>
              </a:xfrm>
              <a:custGeom>
                <a:rect b="b" l="l" r="r" t="t"/>
                <a:pathLst>
                  <a:path extrusionOk="0" h="5944" w="13441">
                    <a:moveTo>
                      <a:pt x="0" y="1"/>
                    </a:moveTo>
                    <a:lnTo>
                      <a:pt x="0" y="5943"/>
                    </a:lnTo>
                    <a:lnTo>
                      <a:pt x="13440" y="5943"/>
                    </a:lnTo>
                    <a:lnTo>
                      <a:pt x="134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47"/>
              <p:cNvSpPr/>
              <p:nvPr/>
            </p:nvSpPr>
            <p:spPr>
              <a:xfrm>
                <a:off x="5432990" y="2390208"/>
                <a:ext cx="243954" cy="234103"/>
              </a:xfrm>
              <a:custGeom>
                <a:rect b="b" l="l" r="r" t="t"/>
                <a:pathLst>
                  <a:path extrusionOk="0" h="3897" w="4061">
                    <a:moveTo>
                      <a:pt x="2158" y="560"/>
                    </a:moveTo>
                    <a:cubicBezTo>
                      <a:pt x="2919" y="623"/>
                      <a:pt x="3490" y="1300"/>
                      <a:pt x="3416" y="2061"/>
                    </a:cubicBezTo>
                    <a:cubicBezTo>
                      <a:pt x="3416" y="2082"/>
                      <a:pt x="3416" y="2114"/>
                      <a:pt x="3416" y="2135"/>
                    </a:cubicBezTo>
                    <a:lnTo>
                      <a:pt x="3416" y="2146"/>
                    </a:lnTo>
                    <a:cubicBezTo>
                      <a:pt x="3416" y="2146"/>
                      <a:pt x="3416" y="2146"/>
                      <a:pt x="3416" y="2156"/>
                    </a:cubicBezTo>
                    <a:lnTo>
                      <a:pt x="3416" y="2167"/>
                    </a:lnTo>
                    <a:cubicBezTo>
                      <a:pt x="3405" y="2167"/>
                      <a:pt x="3405" y="2178"/>
                      <a:pt x="3405" y="2188"/>
                    </a:cubicBezTo>
                    <a:cubicBezTo>
                      <a:pt x="3405" y="2199"/>
                      <a:pt x="3405" y="2209"/>
                      <a:pt x="3405" y="2220"/>
                    </a:cubicBezTo>
                    <a:cubicBezTo>
                      <a:pt x="3395" y="2241"/>
                      <a:pt x="3395" y="2262"/>
                      <a:pt x="3384" y="2294"/>
                    </a:cubicBezTo>
                    <a:cubicBezTo>
                      <a:pt x="3384" y="2304"/>
                      <a:pt x="3374" y="2326"/>
                      <a:pt x="3374" y="2336"/>
                    </a:cubicBezTo>
                    <a:cubicBezTo>
                      <a:pt x="3363" y="2347"/>
                      <a:pt x="3363" y="2368"/>
                      <a:pt x="3363" y="2378"/>
                    </a:cubicBezTo>
                    <a:cubicBezTo>
                      <a:pt x="3352" y="2378"/>
                      <a:pt x="3352" y="2389"/>
                      <a:pt x="3352" y="2400"/>
                    </a:cubicBezTo>
                    <a:cubicBezTo>
                      <a:pt x="3342" y="2410"/>
                      <a:pt x="3342" y="2431"/>
                      <a:pt x="3331" y="2442"/>
                    </a:cubicBezTo>
                    <a:cubicBezTo>
                      <a:pt x="3331" y="2452"/>
                      <a:pt x="3331" y="2463"/>
                      <a:pt x="3321" y="2474"/>
                    </a:cubicBezTo>
                    <a:cubicBezTo>
                      <a:pt x="3321" y="2484"/>
                      <a:pt x="3310" y="2505"/>
                      <a:pt x="3300" y="2526"/>
                    </a:cubicBezTo>
                    <a:cubicBezTo>
                      <a:pt x="3300" y="2526"/>
                      <a:pt x="3300" y="2537"/>
                      <a:pt x="3289" y="2548"/>
                    </a:cubicBezTo>
                    <a:cubicBezTo>
                      <a:pt x="3289" y="2558"/>
                      <a:pt x="3278" y="2569"/>
                      <a:pt x="3278" y="2579"/>
                    </a:cubicBezTo>
                    <a:cubicBezTo>
                      <a:pt x="3268" y="2600"/>
                      <a:pt x="3257" y="2611"/>
                      <a:pt x="3257" y="2622"/>
                    </a:cubicBezTo>
                    <a:cubicBezTo>
                      <a:pt x="3247" y="2632"/>
                      <a:pt x="3247" y="2643"/>
                      <a:pt x="3236" y="2653"/>
                    </a:cubicBezTo>
                    <a:cubicBezTo>
                      <a:pt x="3226" y="2664"/>
                      <a:pt x="3226" y="2675"/>
                      <a:pt x="3215" y="2685"/>
                    </a:cubicBezTo>
                    <a:cubicBezTo>
                      <a:pt x="3215" y="2696"/>
                      <a:pt x="3204" y="2706"/>
                      <a:pt x="3194" y="2717"/>
                    </a:cubicBezTo>
                    <a:cubicBezTo>
                      <a:pt x="3194" y="2727"/>
                      <a:pt x="3183" y="2738"/>
                      <a:pt x="3173" y="2749"/>
                    </a:cubicBezTo>
                    <a:cubicBezTo>
                      <a:pt x="3173" y="2759"/>
                      <a:pt x="3162" y="2770"/>
                      <a:pt x="3151" y="2780"/>
                    </a:cubicBezTo>
                    <a:lnTo>
                      <a:pt x="3130" y="2812"/>
                    </a:lnTo>
                    <a:cubicBezTo>
                      <a:pt x="3120" y="2812"/>
                      <a:pt x="3120" y="2823"/>
                      <a:pt x="3120" y="2823"/>
                    </a:cubicBezTo>
                    <a:cubicBezTo>
                      <a:pt x="3099" y="2844"/>
                      <a:pt x="3088" y="2854"/>
                      <a:pt x="3077" y="2865"/>
                    </a:cubicBezTo>
                    <a:lnTo>
                      <a:pt x="3035" y="2907"/>
                    </a:lnTo>
                    <a:cubicBezTo>
                      <a:pt x="3025" y="2928"/>
                      <a:pt x="3014" y="2939"/>
                      <a:pt x="2993" y="2949"/>
                    </a:cubicBezTo>
                    <a:cubicBezTo>
                      <a:pt x="2993" y="2960"/>
                      <a:pt x="2982" y="2971"/>
                      <a:pt x="2972" y="2981"/>
                    </a:cubicBezTo>
                    <a:cubicBezTo>
                      <a:pt x="2961" y="2992"/>
                      <a:pt x="2951" y="2992"/>
                      <a:pt x="2940" y="3002"/>
                    </a:cubicBezTo>
                    <a:cubicBezTo>
                      <a:pt x="2940" y="3013"/>
                      <a:pt x="2929" y="3013"/>
                      <a:pt x="2919" y="3023"/>
                    </a:cubicBezTo>
                    <a:cubicBezTo>
                      <a:pt x="2887" y="3055"/>
                      <a:pt x="2845" y="3076"/>
                      <a:pt x="2803" y="3108"/>
                    </a:cubicBezTo>
                    <a:cubicBezTo>
                      <a:pt x="2573" y="3258"/>
                      <a:pt x="2296" y="3342"/>
                      <a:pt x="2008" y="3342"/>
                    </a:cubicBezTo>
                    <a:cubicBezTo>
                      <a:pt x="1991" y="3342"/>
                      <a:pt x="1974" y="3341"/>
                      <a:pt x="1957" y="3341"/>
                    </a:cubicBezTo>
                    <a:cubicBezTo>
                      <a:pt x="1946" y="3341"/>
                      <a:pt x="1935" y="3330"/>
                      <a:pt x="1925" y="3330"/>
                    </a:cubicBezTo>
                    <a:cubicBezTo>
                      <a:pt x="1851" y="3330"/>
                      <a:pt x="1777" y="3320"/>
                      <a:pt x="1703" y="3298"/>
                    </a:cubicBezTo>
                    <a:cubicBezTo>
                      <a:pt x="1047" y="3140"/>
                      <a:pt x="593" y="2526"/>
                      <a:pt x="656" y="1829"/>
                    </a:cubicBezTo>
                    <a:cubicBezTo>
                      <a:pt x="667" y="1596"/>
                      <a:pt x="751" y="1384"/>
                      <a:pt x="867" y="1194"/>
                    </a:cubicBezTo>
                    <a:cubicBezTo>
                      <a:pt x="878" y="1184"/>
                      <a:pt x="878" y="1173"/>
                      <a:pt x="889" y="1162"/>
                    </a:cubicBezTo>
                    <a:lnTo>
                      <a:pt x="899" y="1162"/>
                    </a:lnTo>
                    <a:cubicBezTo>
                      <a:pt x="910" y="1141"/>
                      <a:pt x="920" y="1120"/>
                      <a:pt x="931" y="1099"/>
                    </a:cubicBezTo>
                    <a:cubicBezTo>
                      <a:pt x="963" y="1057"/>
                      <a:pt x="994" y="1025"/>
                      <a:pt x="1037" y="983"/>
                    </a:cubicBezTo>
                    <a:cubicBezTo>
                      <a:pt x="1047" y="972"/>
                      <a:pt x="1068" y="951"/>
                      <a:pt x="1089" y="930"/>
                    </a:cubicBezTo>
                    <a:cubicBezTo>
                      <a:pt x="1121" y="909"/>
                      <a:pt x="1142" y="877"/>
                      <a:pt x="1174" y="856"/>
                    </a:cubicBezTo>
                    <a:lnTo>
                      <a:pt x="1216" y="824"/>
                    </a:lnTo>
                    <a:cubicBezTo>
                      <a:pt x="1238" y="803"/>
                      <a:pt x="1269" y="792"/>
                      <a:pt x="1290" y="771"/>
                    </a:cubicBezTo>
                    <a:cubicBezTo>
                      <a:pt x="1312" y="761"/>
                      <a:pt x="1322" y="761"/>
                      <a:pt x="1333" y="750"/>
                    </a:cubicBezTo>
                    <a:cubicBezTo>
                      <a:pt x="1364" y="729"/>
                      <a:pt x="1386" y="718"/>
                      <a:pt x="1417" y="708"/>
                    </a:cubicBezTo>
                    <a:cubicBezTo>
                      <a:pt x="1428" y="697"/>
                      <a:pt x="1449" y="687"/>
                      <a:pt x="1460" y="687"/>
                    </a:cubicBezTo>
                    <a:lnTo>
                      <a:pt x="1502" y="665"/>
                    </a:lnTo>
                    <a:cubicBezTo>
                      <a:pt x="1512" y="665"/>
                      <a:pt x="1523" y="655"/>
                      <a:pt x="1523" y="655"/>
                    </a:cubicBezTo>
                    <a:cubicBezTo>
                      <a:pt x="1544" y="644"/>
                      <a:pt x="1565" y="644"/>
                      <a:pt x="1586" y="634"/>
                    </a:cubicBezTo>
                    <a:cubicBezTo>
                      <a:pt x="1608" y="623"/>
                      <a:pt x="1618" y="623"/>
                      <a:pt x="1639" y="613"/>
                    </a:cubicBezTo>
                    <a:cubicBezTo>
                      <a:pt x="1661" y="613"/>
                      <a:pt x="1692" y="602"/>
                      <a:pt x="1713" y="602"/>
                    </a:cubicBezTo>
                    <a:cubicBezTo>
                      <a:pt x="1724" y="591"/>
                      <a:pt x="1745" y="591"/>
                      <a:pt x="1766" y="581"/>
                    </a:cubicBezTo>
                    <a:lnTo>
                      <a:pt x="1798" y="581"/>
                    </a:lnTo>
                    <a:cubicBezTo>
                      <a:pt x="1809" y="581"/>
                      <a:pt x="1830" y="570"/>
                      <a:pt x="1840" y="570"/>
                    </a:cubicBezTo>
                    <a:lnTo>
                      <a:pt x="1914" y="560"/>
                    </a:lnTo>
                    <a:close/>
                    <a:moveTo>
                      <a:pt x="2002" y="0"/>
                    </a:moveTo>
                    <a:cubicBezTo>
                      <a:pt x="1438" y="0"/>
                      <a:pt x="913" y="256"/>
                      <a:pt x="561" y="665"/>
                    </a:cubicBezTo>
                    <a:cubicBezTo>
                      <a:pt x="296" y="972"/>
                      <a:pt x="127" y="1353"/>
                      <a:pt x="85" y="1786"/>
                    </a:cubicBezTo>
                    <a:cubicBezTo>
                      <a:pt x="0" y="2780"/>
                      <a:pt x="688" y="3668"/>
                      <a:pt x="1650" y="3859"/>
                    </a:cubicBezTo>
                    <a:cubicBezTo>
                      <a:pt x="1713" y="3869"/>
                      <a:pt x="1777" y="3880"/>
                      <a:pt x="1840" y="3891"/>
                    </a:cubicBezTo>
                    <a:lnTo>
                      <a:pt x="1861" y="3891"/>
                    </a:lnTo>
                    <a:cubicBezTo>
                      <a:pt x="1915" y="3895"/>
                      <a:pt x="1969" y="3897"/>
                      <a:pt x="2022" y="3897"/>
                    </a:cubicBezTo>
                    <a:cubicBezTo>
                      <a:pt x="2490" y="3897"/>
                      <a:pt x="2926" y="3732"/>
                      <a:pt x="3268" y="3457"/>
                    </a:cubicBezTo>
                    <a:cubicBezTo>
                      <a:pt x="3331" y="3404"/>
                      <a:pt x="3384" y="3362"/>
                      <a:pt x="3426" y="3309"/>
                    </a:cubicBezTo>
                    <a:cubicBezTo>
                      <a:pt x="3448" y="3288"/>
                      <a:pt x="3458" y="3277"/>
                      <a:pt x="3479" y="3256"/>
                    </a:cubicBezTo>
                    <a:cubicBezTo>
                      <a:pt x="3500" y="3235"/>
                      <a:pt x="3511" y="3214"/>
                      <a:pt x="3532" y="3193"/>
                    </a:cubicBezTo>
                    <a:cubicBezTo>
                      <a:pt x="3543" y="3172"/>
                      <a:pt x="3564" y="3150"/>
                      <a:pt x="3585" y="3129"/>
                    </a:cubicBezTo>
                    <a:cubicBezTo>
                      <a:pt x="3596" y="3108"/>
                      <a:pt x="3617" y="3087"/>
                      <a:pt x="3627" y="3066"/>
                    </a:cubicBezTo>
                    <a:cubicBezTo>
                      <a:pt x="3638" y="3055"/>
                      <a:pt x="3638" y="3055"/>
                      <a:pt x="3648" y="3045"/>
                    </a:cubicBezTo>
                    <a:cubicBezTo>
                      <a:pt x="3648" y="3034"/>
                      <a:pt x="3659" y="3023"/>
                      <a:pt x="3670" y="3002"/>
                    </a:cubicBezTo>
                    <a:cubicBezTo>
                      <a:pt x="3680" y="2992"/>
                      <a:pt x="3691" y="2971"/>
                      <a:pt x="3701" y="2960"/>
                    </a:cubicBezTo>
                    <a:cubicBezTo>
                      <a:pt x="3701" y="2949"/>
                      <a:pt x="3712" y="2939"/>
                      <a:pt x="3712" y="2928"/>
                    </a:cubicBezTo>
                    <a:cubicBezTo>
                      <a:pt x="3723" y="2918"/>
                      <a:pt x="3733" y="2897"/>
                      <a:pt x="3744" y="2875"/>
                    </a:cubicBezTo>
                    <a:cubicBezTo>
                      <a:pt x="3754" y="2865"/>
                      <a:pt x="3765" y="2854"/>
                      <a:pt x="3765" y="2833"/>
                    </a:cubicBezTo>
                    <a:cubicBezTo>
                      <a:pt x="3775" y="2823"/>
                      <a:pt x="3775" y="2812"/>
                      <a:pt x="3786" y="2801"/>
                    </a:cubicBezTo>
                    <a:cubicBezTo>
                      <a:pt x="3797" y="2780"/>
                      <a:pt x="3807" y="2759"/>
                      <a:pt x="3818" y="2738"/>
                    </a:cubicBezTo>
                    <a:cubicBezTo>
                      <a:pt x="3828" y="2706"/>
                      <a:pt x="3839" y="2675"/>
                      <a:pt x="3849" y="2643"/>
                    </a:cubicBezTo>
                    <a:cubicBezTo>
                      <a:pt x="3871" y="2622"/>
                      <a:pt x="3871" y="2590"/>
                      <a:pt x="3881" y="2558"/>
                    </a:cubicBezTo>
                    <a:cubicBezTo>
                      <a:pt x="3892" y="2537"/>
                      <a:pt x="3902" y="2505"/>
                      <a:pt x="3902" y="2484"/>
                    </a:cubicBezTo>
                    <a:cubicBezTo>
                      <a:pt x="3913" y="2452"/>
                      <a:pt x="3923" y="2421"/>
                      <a:pt x="3923" y="2400"/>
                    </a:cubicBezTo>
                    <a:cubicBezTo>
                      <a:pt x="3934" y="2389"/>
                      <a:pt x="3934" y="2378"/>
                      <a:pt x="3934" y="2368"/>
                    </a:cubicBezTo>
                    <a:cubicBezTo>
                      <a:pt x="3945" y="2336"/>
                      <a:pt x="3945" y="2315"/>
                      <a:pt x="3955" y="2283"/>
                    </a:cubicBezTo>
                    <a:cubicBezTo>
                      <a:pt x="3955" y="2252"/>
                      <a:pt x="3955" y="2220"/>
                      <a:pt x="3966" y="2188"/>
                    </a:cubicBezTo>
                    <a:cubicBezTo>
                      <a:pt x="3966" y="2167"/>
                      <a:pt x="3976" y="2135"/>
                      <a:pt x="3976" y="2114"/>
                    </a:cubicBezTo>
                    <a:cubicBezTo>
                      <a:pt x="4061" y="1046"/>
                      <a:pt x="3268" y="94"/>
                      <a:pt x="2189" y="10"/>
                    </a:cubicBezTo>
                    <a:cubicBezTo>
                      <a:pt x="2127" y="4"/>
                      <a:pt x="2064" y="0"/>
                      <a:pt x="2002" y="0"/>
                    </a:cubicBezTo>
                    <a:close/>
                  </a:path>
                </a:pathLst>
              </a:custGeom>
              <a:solidFill>
                <a:srgbClr val="F61B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47"/>
              <p:cNvSpPr/>
              <p:nvPr/>
            </p:nvSpPr>
            <p:spPr>
              <a:xfrm>
                <a:off x="5460924" y="2390208"/>
                <a:ext cx="216021" cy="207731"/>
              </a:xfrm>
              <a:custGeom>
                <a:rect b="b" l="l" r="r" t="t"/>
                <a:pathLst>
                  <a:path extrusionOk="0" h="3458" w="3596">
                    <a:moveTo>
                      <a:pt x="1537" y="0"/>
                    </a:moveTo>
                    <a:cubicBezTo>
                      <a:pt x="973" y="0"/>
                      <a:pt x="448" y="256"/>
                      <a:pt x="96" y="665"/>
                    </a:cubicBezTo>
                    <a:cubicBezTo>
                      <a:pt x="53" y="718"/>
                      <a:pt x="22" y="782"/>
                      <a:pt x="11" y="845"/>
                    </a:cubicBezTo>
                    <a:cubicBezTo>
                      <a:pt x="1" y="1014"/>
                      <a:pt x="128" y="1162"/>
                      <a:pt x="297" y="1173"/>
                    </a:cubicBezTo>
                    <a:cubicBezTo>
                      <a:pt x="307" y="1176"/>
                      <a:pt x="317" y="1178"/>
                      <a:pt x="326" y="1178"/>
                    </a:cubicBezTo>
                    <a:cubicBezTo>
                      <a:pt x="344" y="1178"/>
                      <a:pt x="360" y="1173"/>
                      <a:pt x="381" y="1173"/>
                    </a:cubicBezTo>
                    <a:cubicBezTo>
                      <a:pt x="392" y="1162"/>
                      <a:pt x="402" y="1162"/>
                      <a:pt x="424" y="1162"/>
                    </a:cubicBezTo>
                    <a:cubicBezTo>
                      <a:pt x="445" y="1120"/>
                      <a:pt x="476" y="1078"/>
                      <a:pt x="508" y="1046"/>
                    </a:cubicBezTo>
                    <a:cubicBezTo>
                      <a:pt x="508" y="1046"/>
                      <a:pt x="508" y="1035"/>
                      <a:pt x="519" y="1035"/>
                    </a:cubicBezTo>
                    <a:cubicBezTo>
                      <a:pt x="550" y="1004"/>
                      <a:pt x="582" y="961"/>
                      <a:pt x="614" y="930"/>
                    </a:cubicBezTo>
                    <a:cubicBezTo>
                      <a:pt x="646" y="898"/>
                      <a:pt x="677" y="877"/>
                      <a:pt x="709" y="856"/>
                    </a:cubicBezTo>
                    <a:lnTo>
                      <a:pt x="741" y="824"/>
                    </a:lnTo>
                    <a:cubicBezTo>
                      <a:pt x="773" y="803"/>
                      <a:pt x="794" y="792"/>
                      <a:pt x="825" y="771"/>
                    </a:cubicBezTo>
                    <a:cubicBezTo>
                      <a:pt x="836" y="761"/>
                      <a:pt x="847" y="761"/>
                      <a:pt x="857" y="750"/>
                    </a:cubicBezTo>
                    <a:cubicBezTo>
                      <a:pt x="889" y="729"/>
                      <a:pt x="921" y="718"/>
                      <a:pt x="952" y="697"/>
                    </a:cubicBezTo>
                    <a:cubicBezTo>
                      <a:pt x="963" y="697"/>
                      <a:pt x="973" y="687"/>
                      <a:pt x="984" y="687"/>
                    </a:cubicBezTo>
                    <a:lnTo>
                      <a:pt x="1026" y="665"/>
                    </a:lnTo>
                    <a:cubicBezTo>
                      <a:pt x="1037" y="665"/>
                      <a:pt x="1047" y="655"/>
                      <a:pt x="1058" y="655"/>
                    </a:cubicBezTo>
                    <a:cubicBezTo>
                      <a:pt x="1079" y="644"/>
                      <a:pt x="1090" y="634"/>
                      <a:pt x="1111" y="634"/>
                    </a:cubicBezTo>
                    <a:cubicBezTo>
                      <a:pt x="1132" y="623"/>
                      <a:pt x="1153" y="623"/>
                      <a:pt x="1174" y="613"/>
                    </a:cubicBezTo>
                    <a:cubicBezTo>
                      <a:pt x="1196" y="602"/>
                      <a:pt x="1217" y="602"/>
                      <a:pt x="1238" y="591"/>
                    </a:cubicBezTo>
                    <a:cubicBezTo>
                      <a:pt x="1259" y="591"/>
                      <a:pt x="1280" y="591"/>
                      <a:pt x="1291" y="581"/>
                    </a:cubicBezTo>
                    <a:lnTo>
                      <a:pt x="1322" y="581"/>
                    </a:lnTo>
                    <a:cubicBezTo>
                      <a:pt x="1344" y="570"/>
                      <a:pt x="1354" y="570"/>
                      <a:pt x="1375" y="570"/>
                    </a:cubicBezTo>
                    <a:lnTo>
                      <a:pt x="1439" y="560"/>
                    </a:lnTo>
                    <a:lnTo>
                      <a:pt x="1682" y="560"/>
                    </a:lnTo>
                    <a:cubicBezTo>
                      <a:pt x="2443" y="623"/>
                      <a:pt x="3014" y="1300"/>
                      <a:pt x="2951" y="2061"/>
                    </a:cubicBezTo>
                    <a:cubicBezTo>
                      <a:pt x="2951" y="2082"/>
                      <a:pt x="2940" y="2104"/>
                      <a:pt x="2940" y="2135"/>
                    </a:cubicBezTo>
                    <a:cubicBezTo>
                      <a:pt x="2940" y="2135"/>
                      <a:pt x="2940" y="2146"/>
                      <a:pt x="2940" y="2146"/>
                    </a:cubicBezTo>
                    <a:lnTo>
                      <a:pt x="2940" y="2156"/>
                    </a:lnTo>
                    <a:cubicBezTo>
                      <a:pt x="2940" y="2167"/>
                      <a:pt x="2940" y="2178"/>
                      <a:pt x="2930" y="2188"/>
                    </a:cubicBezTo>
                    <a:cubicBezTo>
                      <a:pt x="2930" y="2199"/>
                      <a:pt x="2930" y="2209"/>
                      <a:pt x="2930" y="2220"/>
                    </a:cubicBezTo>
                    <a:cubicBezTo>
                      <a:pt x="2919" y="2241"/>
                      <a:pt x="2919" y="2262"/>
                      <a:pt x="2909" y="2294"/>
                    </a:cubicBezTo>
                    <a:cubicBezTo>
                      <a:pt x="2909" y="2304"/>
                      <a:pt x="2909" y="2326"/>
                      <a:pt x="2898" y="2336"/>
                    </a:cubicBezTo>
                    <a:cubicBezTo>
                      <a:pt x="2898" y="2347"/>
                      <a:pt x="2898" y="2357"/>
                      <a:pt x="2887" y="2378"/>
                    </a:cubicBezTo>
                    <a:cubicBezTo>
                      <a:pt x="2887" y="2378"/>
                      <a:pt x="2887" y="2389"/>
                      <a:pt x="2877" y="2400"/>
                    </a:cubicBezTo>
                    <a:cubicBezTo>
                      <a:pt x="2877" y="2410"/>
                      <a:pt x="2866" y="2431"/>
                      <a:pt x="2866" y="2442"/>
                    </a:cubicBezTo>
                    <a:cubicBezTo>
                      <a:pt x="2866" y="2452"/>
                      <a:pt x="2856" y="2463"/>
                      <a:pt x="2856" y="2474"/>
                    </a:cubicBezTo>
                    <a:cubicBezTo>
                      <a:pt x="2845" y="2484"/>
                      <a:pt x="2835" y="2505"/>
                      <a:pt x="2835" y="2526"/>
                    </a:cubicBezTo>
                    <a:cubicBezTo>
                      <a:pt x="2824" y="2526"/>
                      <a:pt x="2824" y="2537"/>
                      <a:pt x="2824" y="2537"/>
                    </a:cubicBezTo>
                    <a:cubicBezTo>
                      <a:pt x="2813" y="2558"/>
                      <a:pt x="2813" y="2569"/>
                      <a:pt x="2803" y="2579"/>
                    </a:cubicBezTo>
                    <a:cubicBezTo>
                      <a:pt x="2792" y="2590"/>
                      <a:pt x="2792" y="2611"/>
                      <a:pt x="2782" y="2622"/>
                    </a:cubicBezTo>
                    <a:cubicBezTo>
                      <a:pt x="2782" y="2632"/>
                      <a:pt x="2771" y="2643"/>
                      <a:pt x="2761" y="2653"/>
                    </a:cubicBezTo>
                    <a:cubicBezTo>
                      <a:pt x="2761" y="2664"/>
                      <a:pt x="2750" y="2675"/>
                      <a:pt x="2750" y="2685"/>
                    </a:cubicBezTo>
                    <a:cubicBezTo>
                      <a:pt x="2739" y="2696"/>
                      <a:pt x="2729" y="2706"/>
                      <a:pt x="2729" y="2717"/>
                    </a:cubicBezTo>
                    <a:cubicBezTo>
                      <a:pt x="2718" y="2727"/>
                      <a:pt x="2718" y="2738"/>
                      <a:pt x="2708" y="2749"/>
                    </a:cubicBezTo>
                    <a:cubicBezTo>
                      <a:pt x="2697" y="2759"/>
                      <a:pt x="2686" y="2770"/>
                      <a:pt x="2676" y="2780"/>
                    </a:cubicBezTo>
                    <a:lnTo>
                      <a:pt x="2655" y="2812"/>
                    </a:lnTo>
                    <a:cubicBezTo>
                      <a:pt x="2655" y="2812"/>
                      <a:pt x="2644" y="2823"/>
                      <a:pt x="2644" y="2823"/>
                    </a:cubicBezTo>
                    <a:cubicBezTo>
                      <a:pt x="2634" y="2844"/>
                      <a:pt x="2623" y="2854"/>
                      <a:pt x="2612" y="2865"/>
                    </a:cubicBezTo>
                    <a:lnTo>
                      <a:pt x="2570" y="2907"/>
                    </a:lnTo>
                    <a:cubicBezTo>
                      <a:pt x="2560" y="2928"/>
                      <a:pt x="2538" y="2939"/>
                      <a:pt x="2528" y="2949"/>
                    </a:cubicBezTo>
                    <a:cubicBezTo>
                      <a:pt x="2517" y="2960"/>
                      <a:pt x="2507" y="2971"/>
                      <a:pt x="2496" y="2981"/>
                    </a:cubicBezTo>
                    <a:cubicBezTo>
                      <a:pt x="2486" y="2992"/>
                      <a:pt x="2486" y="2992"/>
                      <a:pt x="2475" y="3002"/>
                    </a:cubicBezTo>
                    <a:cubicBezTo>
                      <a:pt x="2464" y="3002"/>
                      <a:pt x="2454" y="3013"/>
                      <a:pt x="2454" y="3023"/>
                    </a:cubicBezTo>
                    <a:cubicBezTo>
                      <a:pt x="2412" y="3055"/>
                      <a:pt x="2369" y="3076"/>
                      <a:pt x="2338" y="3108"/>
                    </a:cubicBezTo>
                    <a:lnTo>
                      <a:pt x="2803" y="3457"/>
                    </a:lnTo>
                    <a:cubicBezTo>
                      <a:pt x="2856" y="3404"/>
                      <a:pt x="2919" y="3362"/>
                      <a:pt x="2961" y="3309"/>
                    </a:cubicBezTo>
                    <a:cubicBezTo>
                      <a:pt x="2983" y="3288"/>
                      <a:pt x="2993" y="3277"/>
                      <a:pt x="3014" y="3256"/>
                    </a:cubicBezTo>
                    <a:cubicBezTo>
                      <a:pt x="3025" y="3235"/>
                      <a:pt x="3046" y="3214"/>
                      <a:pt x="3067" y="3193"/>
                    </a:cubicBezTo>
                    <a:cubicBezTo>
                      <a:pt x="3078" y="3172"/>
                      <a:pt x="3099" y="3150"/>
                      <a:pt x="3120" y="3129"/>
                    </a:cubicBezTo>
                    <a:cubicBezTo>
                      <a:pt x="3120" y="3129"/>
                      <a:pt x="3120" y="3129"/>
                      <a:pt x="3120" y="3119"/>
                    </a:cubicBezTo>
                    <a:cubicBezTo>
                      <a:pt x="3131" y="3108"/>
                      <a:pt x="3152" y="3087"/>
                      <a:pt x="3162" y="3066"/>
                    </a:cubicBezTo>
                    <a:cubicBezTo>
                      <a:pt x="3173" y="3055"/>
                      <a:pt x="3173" y="3055"/>
                      <a:pt x="3183" y="3045"/>
                    </a:cubicBezTo>
                    <a:cubicBezTo>
                      <a:pt x="3183" y="3034"/>
                      <a:pt x="3194" y="3013"/>
                      <a:pt x="3205" y="3002"/>
                    </a:cubicBezTo>
                    <a:cubicBezTo>
                      <a:pt x="3215" y="2992"/>
                      <a:pt x="3226" y="2971"/>
                      <a:pt x="3236" y="2960"/>
                    </a:cubicBezTo>
                    <a:cubicBezTo>
                      <a:pt x="3236" y="2949"/>
                      <a:pt x="3247" y="2939"/>
                      <a:pt x="3247" y="2928"/>
                    </a:cubicBezTo>
                    <a:cubicBezTo>
                      <a:pt x="3258" y="2907"/>
                      <a:pt x="3268" y="2897"/>
                      <a:pt x="3279" y="2875"/>
                    </a:cubicBezTo>
                    <a:cubicBezTo>
                      <a:pt x="3289" y="2865"/>
                      <a:pt x="3300" y="2854"/>
                      <a:pt x="3300" y="2833"/>
                    </a:cubicBezTo>
                    <a:cubicBezTo>
                      <a:pt x="3310" y="2823"/>
                      <a:pt x="3310" y="2812"/>
                      <a:pt x="3321" y="2801"/>
                    </a:cubicBezTo>
                    <a:cubicBezTo>
                      <a:pt x="3332" y="2780"/>
                      <a:pt x="3342" y="2759"/>
                      <a:pt x="3353" y="2727"/>
                    </a:cubicBezTo>
                    <a:cubicBezTo>
                      <a:pt x="3363" y="2706"/>
                      <a:pt x="3374" y="2675"/>
                      <a:pt x="3384" y="2643"/>
                    </a:cubicBezTo>
                    <a:cubicBezTo>
                      <a:pt x="3395" y="2622"/>
                      <a:pt x="3406" y="2590"/>
                      <a:pt x="3416" y="2558"/>
                    </a:cubicBezTo>
                    <a:cubicBezTo>
                      <a:pt x="3427" y="2537"/>
                      <a:pt x="3437" y="2505"/>
                      <a:pt x="3437" y="2484"/>
                    </a:cubicBezTo>
                    <a:cubicBezTo>
                      <a:pt x="3448" y="2452"/>
                      <a:pt x="3458" y="2421"/>
                      <a:pt x="3458" y="2400"/>
                    </a:cubicBezTo>
                    <a:cubicBezTo>
                      <a:pt x="3469" y="2389"/>
                      <a:pt x="3469" y="2378"/>
                      <a:pt x="3469" y="2368"/>
                    </a:cubicBezTo>
                    <a:lnTo>
                      <a:pt x="3469" y="2357"/>
                    </a:lnTo>
                    <a:cubicBezTo>
                      <a:pt x="3480" y="2336"/>
                      <a:pt x="3480" y="2315"/>
                      <a:pt x="3490" y="2283"/>
                    </a:cubicBezTo>
                    <a:cubicBezTo>
                      <a:pt x="3490" y="2252"/>
                      <a:pt x="3490" y="2220"/>
                      <a:pt x="3501" y="2188"/>
                    </a:cubicBezTo>
                    <a:cubicBezTo>
                      <a:pt x="3501" y="2167"/>
                      <a:pt x="3501" y="2135"/>
                      <a:pt x="3511" y="2114"/>
                    </a:cubicBezTo>
                    <a:cubicBezTo>
                      <a:pt x="3596" y="1046"/>
                      <a:pt x="2803" y="94"/>
                      <a:pt x="1724" y="10"/>
                    </a:cubicBezTo>
                    <a:cubicBezTo>
                      <a:pt x="1662" y="4"/>
                      <a:pt x="1599" y="0"/>
                      <a:pt x="15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47"/>
              <p:cNvSpPr/>
              <p:nvPr/>
            </p:nvSpPr>
            <p:spPr>
              <a:xfrm>
                <a:off x="5521897" y="2508911"/>
                <a:ext cx="149340" cy="115399"/>
              </a:xfrm>
              <a:custGeom>
                <a:rect b="b" l="l" r="r" t="t"/>
                <a:pathLst>
                  <a:path extrusionOk="0" h="1921" w="2486">
                    <a:moveTo>
                      <a:pt x="2211" y="1"/>
                    </a:moveTo>
                    <a:cubicBezTo>
                      <a:pt x="2084" y="1"/>
                      <a:pt x="1978" y="64"/>
                      <a:pt x="1925" y="170"/>
                    </a:cubicBezTo>
                    <a:cubicBezTo>
                      <a:pt x="1925" y="170"/>
                      <a:pt x="1925" y="170"/>
                      <a:pt x="1925" y="180"/>
                    </a:cubicBezTo>
                    <a:lnTo>
                      <a:pt x="1925" y="191"/>
                    </a:lnTo>
                    <a:cubicBezTo>
                      <a:pt x="1925" y="202"/>
                      <a:pt x="1925" y="202"/>
                      <a:pt x="1925" y="212"/>
                    </a:cubicBezTo>
                    <a:cubicBezTo>
                      <a:pt x="1915" y="223"/>
                      <a:pt x="1915" y="233"/>
                      <a:pt x="1915" y="244"/>
                    </a:cubicBezTo>
                    <a:cubicBezTo>
                      <a:pt x="1915" y="265"/>
                      <a:pt x="1904" y="297"/>
                      <a:pt x="1904" y="318"/>
                    </a:cubicBezTo>
                    <a:cubicBezTo>
                      <a:pt x="1894" y="328"/>
                      <a:pt x="1894" y="350"/>
                      <a:pt x="1883" y="360"/>
                    </a:cubicBezTo>
                    <a:cubicBezTo>
                      <a:pt x="1883" y="371"/>
                      <a:pt x="1883" y="392"/>
                      <a:pt x="1872" y="402"/>
                    </a:cubicBezTo>
                    <a:cubicBezTo>
                      <a:pt x="1872" y="413"/>
                      <a:pt x="1872" y="413"/>
                      <a:pt x="1862" y="424"/>
                    </a:cubicBezTo>
                    <a:cubicBezTo>
                      <a:pt x="1862" y="445"/>
                      <a:pt x="1851" y="455"/>
                      <a:pt x="1851" y="466"/>
                    </a:cubicBezTo>
                    <a:cubicBezTo>
                      <a:pt x="1851" y="476"/>
                      <a:pt x="1841" y="487"/>
                      <a:pt x="1841" y="498"/>
                    </a:cubicBezTo>
                    <a:cubicBezTo>
                      <a:pt x="1830" y="519"/>
                      <a:pt x="1820" y="529"/>
                      <a:pt x="1820" y="550"/>
                    </a:cubicBezTo>
                    <a:cubicBezTo>
                      <a:pt x="1809" y="550"/>
                      <a:pt x="1809" y="561"/>
                      <a:pt x="1809" y="572"/>
                    </a:cubicBezTo>
                    <a:cubicBezTo>
                      <a:pt x="1798" y="582"/>
                      <a:pt x="1798" y="593"/>
                      <a:pt x="1788" y="614"/>
                    </a:cubicBezTo>
                    <a:cubicBezTo>
                      <a:pt x="1788" y="624"/>
                      <a:pt x="1777" y="635"/>
                      <a:pt x="1767" y="646"/>
                    </a:cubicBezTo>
                    <a:cubicBezTo>
                      <a:pt x="1767" y="656"/>
                      <a:pt x="1756" y="667"/>
                      <a:pt x="1746" y="677"/>
                    </a:cubicBezTo>
                    <a:cubicBezTo>
                      <a:pt x="1746" y="688"/>
                      <a:pt x="1735" y="699"/>
                      <a:pt x="1735" y="709"/>
                    </a:cubicBezTo>
                    <a:cubicBezTo>
                      <a:pt x="1724" y="720"/>
                      <a:pt x="1714" y="730"/>
                      <a:pt x="1714" y="741"/>
                    </a:cubicBezTo>
                    <a:cubicBezTo>
                      <a:pt x="1703" y="751"/>
                      <a:pt x="1703" y="762"/>
                      <a:pt x="1693" y="773"/>
                    </a:cubicBezTo>
                    <a:cubicBezTo>
                      <a:pt x="1682" y="783"/>
                      <a:pt x="1671" y="794"/>
                      <a:pt x="1671" y="804"/>
                    </a:cubicBezTo>
                    <a:lnTo>
                      <a:pt x="1640" y="836"/>
                    </a:lnTo>
                    <a:cubicBezTo>
                      <a:pt x="1640" y="836"/>
                      <a:pt x="1640" y="847"/>
                      <a:pt x="1629" y="847"/>
                    </a:cubicBezTo>
                    <a:cubicBezTo>
                      <a:pt x="1619" y="868"/>
                      <a:pt x="1608" y="878"/>
                      <a:pt x="1597" y="889"/>
                    </a:cubicBezTo>
                    <a:lnTo>
                      <a:pt x="1555" y="942"/>
                    </a:lnTo>
                    <a:cubicBezTo>
                      <a:pt x="1545" y="952"/>
                      <a:pt x="1523" y="963"/>
                      <a:pt x="1513" y="973"/>
                    </a:cubicBezTo>
                    <a:cubicBezTo>
                      <a:pt x="1502" y="984"/>
                      <a:pt x="1492" y="995"/>
                      <a:pt x="1481" y="1005"/>
                    </a:cubicBezTo>
                    <a:cubicBezTo>
                      <a:pt x="1471" y="1016"/>
                      <a:pt x="1471" y="1026"/>
                      <a:pt x="1460" y="1026"/>
                    </a:cubicBezTo>
                    <a:cubicBezTo>
                      <a:pt x="1449" y="1037"/>
                      <a:pt x="1449" y="1037"/>
                      <a:pt x="1439" y="1047"/>
                    </a:cubicBezTo>
                    <a:cubicBezTo>
                      <a:pt x="1397" y="1079"/>
                      <a:pt x="1365" y="1111"/>
                      <a:pt x="1323" y="1132"/>
                    </a:cubicBezTo>
                    <a:cubicBezTo>
                      <a:pt x="1093" y="1282"/>
                      <a:pt x="816" y="1366"/>
                      <a:pt x="528" y="1366"/>
                    </a:cubicBezTo>
                    <a:cubicBezTo>
                      <a:pt x="511" y="1366"/>
                      <a:pt x="494" y="1365"/>
                      <a:pt x="477" y="1365"/>
                    </a:cubicBezTo>
                    <a:cubicBezTo>
                      <a:pt x="455" y="1365"/>
                      <a:pt x="445" y="1365"/>
                      <a:pt x="434" y="1354"/>
                    </a:cubicBezTo>
                    <a:cubicBezTo>
                      <a:pt x="360" y="1354"/>
                      <a:pt x="286" y="1344"/>
                      <a:pt x="223" y="1322"/>
                    </a:cubicBezTo>
                    <a:cubicBezTo>
                      <a:pt x="106" y="1354"/>
                      <a:pt x="22" y="1460"/>
                      <a:pt x="11" y="1576"/>
                    </a:cubicBezTo>
                    <a:cubicBezTo>
                      <a:pt x="1" y="1650"/>
                      <a:pt x="22" y="1714"/>
                      <a:pt x="54" y="1767"/>
                    </a:cubicBezTo>
                    <a:cubicBezTo>
                      <a:pt x="85" y="1819"/>
                      <a:pt x="128" y="1862"/>
                      <a:pt x="181" y="1883"/>
                    </a:cubicBezTo>
                    <a:cubicBezTo>
                      <a:pt x="233" y="1893"/>
                      <a:pt x="297" y="1904"/>
                      <a:pt x="360" y="1915"/>
                    </a:cubicBezTo>
                    <a:lnTo>
                      <a:pt x="392" y="1915"/>
                    </a:lnTo>
                    <a:cubicBezTo>
                      <a:pt x="446" y="1919"/>
                      <a:pt x="499" y="1921"/>
                      <a:pt x="552" y="1921"/>
                    </a:cubicBezTo>
                    <a:cubicBezTo>
                      <a:pt x="1021" y="1921"/>
                      <a:pt x="1455" y="1756"/>
                      <a:pt x="1788" y="1481"/>
                    </a:cubicBezTo>
                    <a:cubicBezTo>
                      <a:pt x="1851" y="1428"/>
                      <a:pt x="1904" y="1386"/>
                      <a:pt x="1946" y="1333"/>
                    </a:cubicBezTo>
                    <a:cubicBezTo>
                      <a:pt x="1968" y="1312"/>
                      <a:pt x="1978" y="1301"/>
                      <a:pt x="1999" y="1280"/>
                    </a:cubicBezTo>
                    <a:cubicBezTo>
                      <a:pt x="2020" y="1259"/>
                      <a:pt x="2031" y="1238"/>
                      <a:pt x="2052" y="1217"/>
                    </a:cubicBezTo>
                    <a:cubicBezTo>
                      <a:pt x="2063" y="1196"/>
                      <a:pt x="2084" y="1174"/>
                      <a:pt x="2105" y="1153"/>
                    </a:cubicBezTo>
                    <a:cubicBezTo>
                      <a:pt x="2116" y="1132"/>
                      <a:pt x="2137" y="1111"/>
                      <a:pt x="2147" y="1090"/>
                    </a:cubicBezTo>
                    <a:cubicBezTo>
                      <a:pt x="2158" y="1079"/>
                      <a:pt x="2158" y="1079"/>
                      <a:pt x="2168" y="1069"/>
                    </a:cubicBezTo>
                    <a:cubicBezTo>
                      <a:pt x="2168" y="1058"/>
                      <a:pt x="2179" y="1047"/>
                      <a:pt x="2190" y="1026"/>
                    </a:cubicBezTo>
                    <a:cubicBezTo>
                      <a:pt x="2200" y="1016"/>
                      <a:pt x="2211" y="995"/>
                      <a:pt x="2221" y="984"/>
                    </a:cubicBezTo>
                    <a:cubicBezTo>
                      <a:pt x="2221" y="973"/>
                      <a:pt x="2232" y="963"/>
                      <a:pt x="2232" y="952"/>
                    </a:cubicBezTo>
                    <a:cubicBezTo>
                      <a:pt x="2243" y="942"/>
                      <a:pt x="2253" y="921"/>
                      <a:pt x="2264" y="899"/>
                    </a:cubicBezTo>
                    <a:cubicBezTo>
                      <a:pt x="2274" y="889"/>
                      <a:pt x="2285" y="878"/>
                      <a:pt x="2285" y="857"/>
                    </a:cubicBezTo>
                    <a:cubicBezTo>
                      <a:pt x="2295" y="847"/>
                      <a:pt x="2295" y="836"/>
                      <a:pt x="2306" y="825"/>
                    </a:cubicBezTo>
                    <a:cubicBezTo>
                      <a:pt x="2317" y="804"/>
                      <a:pt x="2327" y="783"/>
                      <a:pt x="2338" y="762"/>
                    </a:cubicBezTo>
                    <a:cubicBezTo>
                      <a:pt x="2348" y="730"/>
                      <a:pt x="2359" y="699"/>
                      <a:pt x="2369" y="667"/>
                    </a:cubicBezTo>
                    <a:cubicBezTo>
                      <a:pt x="2391" y="646"/>
                      <a:pt x="2391" y="614"/>
                      <a:pt x="2401" y="582"/>
                    </a:cubicBezTo>
                    <a:cubicBezTo>
                      <a:pt x="2412" y="561"/>
                      <a:pt x="2422" y="529"/>
                      <a:pt x="2422" y="508"/>
                    </a:cubicBezTo>
                    <a:cubicBezTo>
                      <a:pt x="2433" y="476"/>
                      <a:pt x="2443" y="445"/>
                      <a:pt x="2443" y="424"/>
                    </a:cubicBezTo>
                    <a:cubicBezTo>
                      <a:pt x="2454" y="413"/>
                      <a:pt x="2454" y="402"/>
                      <a:pt x="2454" y="392"/>
                    </a:cubicBezTo>
                    <a:cubicBezTo>
                      <a:pt x="2465" y="360"/>
                      <a:pt x="2465" y="339"/>
                      <a:pt x="2475" y="307"/>
                    </a:cubicBezTo>
                    <a:cubicBezTo>
                      <a:pt x="2475" y="276"/>
                      <a:pt x="2475" y="244"/>
                      <a:pt x="2486" y="212"/>
                    </a:cubicBezTo>
                    <a:cubicBezTo>
                      <a:pt x="2465" y="159"/>
                      <a:pt x="2433" y="106"/>
                      <a:pt x="2391" y="75"/>
                    </a:cubicBezTo>
                    <a:cubicBezTo>
                      <a:pt x="2338" y="32"/>
                      <a:pt x="2274" y="11"/>
                      <a:pt x="22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80" name="Google Shape;980;p47"/>
              <p:cNvGrpSpPr/>
              <p:nvPr/>
            </p:nvGrpSpPr>
            <p:grpSpPr>
              <a:xfrm>
                <a:off x="5720737" y="2400300"/>
                <a:ext cx="399002" cy="213498"/>
                <a:chOff x="5720737" y="2400300"/>
                <a:chExt cx="399002" cy="213498"/>
              </a:xfrm>
            </p:grpSpPr>
            <p:sp>
              <p:nvSpPr>
                <p:cNvPr id="981" name="Google Shape;981;p47"/>
                <p:cNvSpPr/>
                <p:nvPr/>
              </p:nvSpPr>
              <p:spPr>
                <a:xfrm>
                  <a:off x="5720737" y="2590249"/>
                  <a:ext cx="173489" cy="23548"/>
                </a:xfrm>
                <a:custGeom>
                  <a:rect b="b" l="l" r="r" t="t"/>
                  <a:pathLst>
                    <a:path extrusionOk="0" h="392" w="2888">
                      <a:moveTo>
                        <a:pt x="1" y="0"/>
                      </a:moveTo>
                      <a:lnTo>
                        <a:pt x="1" y="391"/>
                      </a:lnTo>
                      <a:lnTo>
                        <a:pt x="2887" y="391"/>
                      </a:lnTo>
                      <a:lnTo>
                        <a:pt x="288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47"/>
                <p:cNvSpPr/>
                <p:nvPr/>
              </p:nvSpPr>
              <p:spPr>
                <a:xfrm>
                  <a:off x="5720737" y="2543213"/>
                  <a:ext cx="399002" cy="22948"/>
                </a:xfrm>
                <a:custGeom>
                  <a:rect b="b" l="l" r="r" t="t"/>
                  <a:pathLst>
                    <a:path extrusionOk="0" h="382" w="6642">
                      <a:moveTo>
                        <a:pt x="1" y="1"/>
                      </a:moveTo>
                      <a:lnTo>
                        <a:pt x="1" y="381"/>
                      </a:lnTo>
                      <a:lnTo>
                        <a:pt x="6641" y="381"/>
                      </a:lnTo>
                      <a:lnTo>
                        <a:pt x="664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47"/>
                <p:cNvSpPr/>
                <p:nvPr/>
              </p:nvSpPr>
              <p:spPr>
                <a:xfrm>
                  <a:off x="5720737" y="2495575"/>
                  <a:ext cx="298620" cy="23548"/>
                </a:xfrm>
                <a:custGeom>
                  <a:rect b="b" l="l" r="r" t="t"/>
                  <a:pathLst>
                    <a:path extrusionOk="0" h="392" w="4971">
                      <a:moveTo>
                        <a:pt x="1" y="1"/>
                      </a:moveTo>
                      <a:lnTo>
                        <a:pt x="1" y="392"/>
                      </a:lnTo>
                      <a:lnTo>
                        <a:pt x="4970" y="392"/>
                      </a:lnTo>
                      <a:lnTo>
                        <a:pt x="49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47"/>
                <p:cNvSpPr/>
                <p:nvPr/>
              </p:nvSpPr>
              <p:spPr>
                <a:xfrm>
                  <a:off x="5720737" y="2447938"/>
                  <a:ext cx="355149" cy="23548"/>
                </a:xfrm>
                <a:custGeom>
                  <a:rect b="b" l="l" r="r" t="t"/>
                  <a:pathLst>
                    <a:path extrusionOk="0" h="392" w="5912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5912" y="392"/>
                      </a:lnTo>
                      <a:lnTo>
                        <a:pt x="59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47"/>
                <p:cNvSpPr/>
                <p:nvPr/>
              </p:nvSpPr>
              <p:spPr>
                <a:xfrm>
                  <a:off x="5720737" y="2400300"/>
                  <a:ext cx="290991" cy="23548"/>
                </a:xfrm>
                <a:custGeom>
                  <a:rect b="b" l="l" r="r" t="t"/>
                  <a:pathLst>
                    <a:path extrusionOk="0" h="392" w="4844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4844" y="392"/>
                      </a:lnTo>
                      <a:lnTo>
                        <a:pt x="484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47"/>
                <p:cNvSpPr/>
                <p:nvPr/>
              </p:nvSpPr>
              <p:spPr>
                <a:xfrm>
                  <a:off x="6031973" y="2400300"/>
                  <a:ext cx="87766" cy="23548"/>
                </a:xfrm>
                <a:custGeom>
                  <a:rect b="b" l="l" r="r" t="t"/>
                  <a:pathLst>
                    <a:path extrusionOk="0" h="392" w="1461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1460" y="392"/>
                      </a:lnTo>
                      <a:lnTo>
                        <a:pt x="146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87" name="Google Shape;987;p47"/>
            <p:cNvGrpSpPr/>
            <p:nvPr/>
          </p:nvGrpSpPr>
          <p:grpSpPr>
            <a:xfrm>
              <a:off x="5375200" y="2722349"/>
              <a:ext cx="807434" cy="428858"/>
              <a:chOff x="5375200" y="2722349"/>
              <a:chExt cx="807434" cy="428858"/>
            </a:xfrm>
          </p:grpSpPr>
          <p:sp>
            <p:nvSpPr>
              <p:cNvPr id="988" name="Google Shape;988;p47"/>
              <p:cNvSpPr/>
              <p:nvPr/>
            </p:nvSpPr>
            <p:spPr>
              <a:xfrm>
                <a:off x="5375200" y="2722349"/>
                <a:ext cx="807434" cy="428858"/>
              </a:xfrm>
              <a:custGeom>
                <a:rect b="b" l="l" r="r" t="t"/>
                <a:pathLst>
                  <a:path extrusionOk="0" h="7139" w="13441">
                    <a:moveTo>
                      <a:pt x="0" y="1"/>
                    </a:moveTo>
                    <a:lnTo>
                      <a:pt x="0" y="7138"/>
                    </a:lnTo>
                    <a:lnTo>
                      <a:pt x="13440" y="7138"/>
                    </a:lnTo>
                    <a:lnTo>
                      <a:pt x="1344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89" name="Google Shape;989;p47"/>
              <p:cNvGrpSpPr/>
              <p:nvPr/>
            </p:nvGrpSpPr>
            <p:grpSpPr>
              <a:xfrm>
                <a:off x="5636276" y="2879258"/>
                <a:ext cx="456791" cy="236385"/>
                <a:chOff x="5636276" y="2879258"/>
                <a:chExt cx="456791" cy="236385"/>
              </a:xfrm>
            </p:grpSpPr>
            <p:sp>
              <p:nvSpPr>
                <p:cNvPr id="990" name="Google Shape;990;p47"/>
                <p:cNvSpPr/>
                <p:nvPr/>
              </p:nvSpPr>
              <p:spPr>
                <a:xfrm>
                  <a:off x="5636276" y="3019648"/>
                  <a:ext cx="40669" cy="95996"/>
                </a:xfrm>
                <a:custGeom>
                  <a:rect b="b" l="l" r="r" t="t"/>
                  <a:pathLst>
                    <a:path extrusionOk="0" h="1598" w="677">
                      <a:moveTo>
                        <a:pt x="0" y="0"/>
                      </a:moveTo>
                      <a:lnTo>
                        <a:pt x="0" y="1597"/>
                      </a:lnTo>
                      <a:lnTo>
                        <a:pt x="677" y="1597"/>
                      </a:lnTo>
                      <a:lnTo>
                        <a:pt x="67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47"/>
                <p:cNvSpPr/>
                <p:nvPr/>
              </p:nvSpPr>
              <p:spPr>
                <a:xfrm>
                  <a:off x="5887799" y="2879258"/>
                  <a:ext cx="40729" cy="236385"/>
                </a:xfrm>
                <a:custGeom>
                  <a:rect b="b" l="l" r="r" t="t"/>
                  <a:pathLst>
                    <a:path extrusionOk="0" h="3935" w="678">
                      <a:moveTo>
                        <a:pt x="1" y="0"/>
                      </a:moveTo>
                      <a:lnTo>
                        <a:pt x="1" y="3934"/>
                      </a:lnTo>
                      <a:lnTo>
                        <a:pt x="677" y="3934"/>
                      </a:lnTo>
                      <a:lnTo>
                        <a:pt x="67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47"/>
                <p:cNvSpPr/>
                <p:nvPr/>
              </p:nvSpPr>
              <p:spPr>
                <a:xfrm>
                  <a:off x="6060568" y="2940232"/>
                  <a:ext cx="32499" cy="32439"/>
                </a:xfrm>
                <a:custGeom>
                  <a:rect b="b" l="l" r="r" t="t"/>
                  <a:pathLst>
                    <a:path extrusionOk="0" h="540" w="541">
                      <a:moveTo>
                        <a:pt x="1" y="1"/>
                      </a:moveTo>
                      <a:lnTo>
                        <a:pt x="1" y="540"/>
                      </a:lnTo>
                      <a:lnTo>
                        <a:pt x="540" y="540"/>
                      </a:lnTo>
                      <a:lnTo>
                        <a:pt x="540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3" name="Google Shape;993;p47"/>
              <p:cNvGrpSpPr/>
              <p:nvPr/>
            </p:nvGrpSpPr>
            <p:grpSpPr>
              <a:xfrm>
                <a:off x="5464108" y="2758272"/>
                <a:ext cx="628959" cy="357371"/>
                <a:chOff x="5464108" y="2758272"/>
                <a:chExt cx="628959" cy="357371"/>
              </a:xfrm>
            </p:grpSpPr>
            <p:sp>
              <p:nvSpPr>
                <p:cNvPr id="994" name="Google Shape;994;p47"/>
                <p:cNvSpPr/>
                <p:nvPr/>
              </p:nvSpPr>
              <p:spPr>
                <a:xfrm>
                  <a:off x="5487596" y="3019648"/>
                  <a:ext cx="34361" cy="95996"/>
                </a:xfrm>
                <a:custGeom>
                  <a:rect b="b" l="l" r="r" t="t"/>
                  <a:pathLst>
                    <a:path extrusionOk="0" h="1598" w="572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572" y="1597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47"/>
                <p:cNvSpPr/>
                <p:nvPr/>
              </p:nvSpPr>
              <p:spPr>
                <a:xfrm>
                  <a:off x="5720077" y="2937048"/>
                  <a:ext cx="40128" cy="178596"/>
                </a:xfrm>
                <a:custGeom>
                  <a:rect b="b" l="l" r="r" t="t"/>
                  <a:pathLst>
                    <a:path extrusionOk="0" h="2973" w="668">
                      <a:moveTo>
                        <a:pt x="1" y="1"/>
                      </a:moveTo>
                      <a:lnTo>
                        <a:pt x="1" y="2972"/>
                      </a:lnTo>
                      <a:lnTo>
                        <a:pt x="667" y="2972"/>
                      </a:lnTo>
                      <a:lnTo>
                        <a:pt x="66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47"/>
                <p:cNvSpPr/>
                <p:nvPr/>
              </p:nvSpPr>
              <p:spPr>
                <a:xfrm>
                  <a:off x="5965953" y="2827175"/>
                  <a:ext cx="40068" cy="288468"/>
                </a:xfrm>
                <a:custGeom>
                  <a:rect b="b" l="l" r="r" t="t"/>
                  <a:pathLst>
                    <a:path extrusionOk="0" h="4802" w="667">
                      <a:moveTo>
                        <a:pt x="0" y="0"/>
                      </a:moveTo>
                      <a:lnTo>
                        <a:pt x="0" y="4801"/>
                      </a:lnTo>
                      <a:lnTo>
                        <a:pt x="666" y="4801"/>
                      </a:lnTo>
                      <a:lnTo>
                        <a:pt x="66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47"/>
                <p:cNvSpPr/>
                <p:nvPr/>
              </p:nvSpPr>
              <p:spPr>
                <a:xfrm>
                  <a:off x="5464108" y="2758272"/>
                  <a:ext cx="534946" cy="236626"/>
                </a:xfrm>
                <a:custGeom>
                  <a:rect b="b" l="l" r="r" t="t"/>
                  <a:pathLst>
                    <a:path extrusionOk="0" h="3939" w="8905">
                      <a:moveTo>
                        <a:pt x="8841" y="0"/>
                      </a:moveTo>
                      <a:cubicBezTo>
                        <a:pt x="8825" y="0"/>
                        <a:pt x="8809" y="5"/>
                        <a:pt x="8798" y="16"/>
                      </a:cubicBezTo>
                      <a:lnTo>
                        <a:pt x="5901" y="2480"/>
                      </a:lnTo>
                      <a:lnTo>
                        <a:pt x="4949" y="1814"/>
                      </a:lnTo>
                      <a:cubicBezTo>
                        <a:pt x="4939" y="1803"/>
                        <a:pt x="4925" y="1798"/>
                        <a:pt x="4912" y="1798"/>
                      </a:cubicBezTo>
                      <a:cubicBezTo>
                        <a:pt x="4899" y="1798"/>
                        <a:pt x="4886" y="1803"/>
                        <a:pt x="4875" y="1814"/>
                      </a:cubicBezTo>
                      <a:lnTo>
                        <a:pt x="3247" y="3061"/>
                      </a:lnTo>
                      <a:lnTo>
                        <a:pt x="2327" y="2300"/>
                      </a:lnTo>
                      <a:cubicBezTo>
                        <a:pt x="2316" y="2295"/>
                        <a:pt x="2303" y="2292"/>
                        <a:pt x="2290" y="2292"/>
                      </a:cubicBezTo>
                      <a:cubicBezTo>
                        <a:pt x="2277" y="2292"/>
                        <a:pt x="2263" y="2295"/>
                        <a:pt x="2253" y="2300"/>
                      </a:cubicBezTo>
                      <a:lnTo>
                        <a:pt x="22" y="3854"/>
                      </a:lnTo>
                      <a:cubicBezTo>
                        <a:pt x="0" y="3865"/>
                        <a:pt x="0" y="3897"/>
                        <a:pt x="22" y="3918"/>
                      </a:cubicBezTo>
                      <a:cubicBezTo>
                        <a:pt x="32" y="3928"/>
                        <a:pt x="43" y="3939"/>
                        <a:pt x="64" y="3939"/>
                      </a:cubicBezTo>
                      <a:cubicBezTo>
                        <a:pt x="75" y="3939"/>
                        <a:pt x="85" y="3939"/>
                        <a:pt x="96" y="3928"/>
                      </a:cubicBezTo>
                      <a:lnTo>
                        <a:pt x="2285" y="2406"/>
                      </a:lnTo>
                      <a:lnTo>
                        <a:pt x="3205" y="3167"/>
                      </a:lnTo>
                      <a:cubicBezTo>
                        <a:pt x="3215" y="3172"/>
                        <a:pt x="3228" y="3175"/>
                        <a:pt x="3242" y="3175"/>
                      </a:cubicBezTo>
                      <a:cubicBezTo>
                        <a:pt x="3255" y="3175"/>
                        <a:pt x="3268" y="3172"/>
                        <a:pt x="3279" y="3167"/>
                      </a:cubicBezTo>
                      <a:lnTo>
                        <a:pt x="4918" y="1909"/>
                      </a:lnTo>
                      <a:lnTo>
                        <a:pt x="5869" y="2575"/>
                      </a:lnTo>
                      <a:cubicBezTo>
                        <a:pt x="5880" y="2585"/>
                        <a:pt x="5896" y="2591"/>
                        <a:pt x="5912" y="2591"/>
                      </a:cubicBezTo>
                      <a:cubicBezTo>
                        <a:pt x="5927" y="2591"/>
                        <a:pt x="5943" y="2585"/>
                        <a:pt x="5954" y="2575"/>
                      </a:cubicBezTo>
                      <a:lnTo>
                        <a:pt x="8883" y="79"/>
                      </a:lnTo>
                      <a:cubicBezTo>
                        <a:pt x="8904" y="69"/>
                        <a:pt x="8904" y="37"/>
                        <a:pt x="8883" y="16"/>
                      </a:cubicBezTo>
                      <a:cubicBezTo>
                        <a:pt x="8872" y="5"/>
                        <a:pt x="8856" y="0"/>
                        <a:pt x="88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47"/>
                <p:cNvSpPr/>
                <p:nvPr/>
              </p:nvSpPr>
              <p:spPr>
                <a:xfrm>
                  <a:off x="6060568" y="2797920"/>
                  <a:ext cx="32499" cy="32499"/>
                </a:xfrm>
                <a:custGeom>
                  <a:rect b="b" l="l" r="r" t="t"/>
                  <a:pathLst>
                    <a:path extrusionOk="0" h="541" w="541">
                      <a:moveTo>
                        <a:pt x="1" y="1"/>
                      </a:moveTo>
                      <a:lnTo>
                        <a:pt x="1" y="540"/>
                      </a:lnTo>
                      <a:lnTo>
                        <a:pt x="540" y="540"/>
                      </a:lnTo>
                      <a:lnTo>
                        <a:pt x="5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9" name="Google Shape;999;p47"/>
                <p:cNvSpPr/>
                <p:nvPr/>
              </p:nvSpPr>
              <p:spPr>
                <a:xfrm>
                  <a:off x="6060568" y="3011358"/>
                  <a:ext cx="32499" cy="32499"/>
                </a:xfrm>
                <a:custGeom>
                  <a:rect b="b" l="l" r="r" t="t"/>
                  <a:pathLst>
                    <a:path extrusionOk="0" h="541" w="541">
                      <a:moveTo>
                        <a:pt x="1" y="1"/>
                      </a:moveTo>
                      <a:lnTo>
                        <a:pt x="1" y="540"/>
                      </a:lnTo>
                      <a:lnTo>
                        <a:pt x="540" y="540"/>
                      </a:lnTo>
                      <a:lnTo>
                        <a:pt x="5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0" name="Google Shape;1000;p47"/>
              <p:cNvGrpSpPr/>
              <p:nvPr/>
            </p:nvGrpSpPr>
            <p:grpSpPr>
              <a:xfrm>
                <a:off x="5556199" y="2869106"/>
                <a:ext cx="536868" cy="246538"/>
                <a:chOff x="5556199" y="2869106"/>
                <a:chExt cx="536868" cy="246538"/>
              </a:xfrm>
            </p:grpSpPr>
            <p:sp>
              <p:nvSpPr>
                <p:cNvPr id="1001" name="Google Shape;1001;p47"/>
                <p:cNvSpPr/>
                <p:nvPr/>
              </p:nvSpPr>
              <p:spPr>
                <a:xfrm>
                  <a:off x="5556199" y="2978978"/>
                  <a:ext cx="40729" cy="136665"/>
                </a:xfrm>
                <a:custGeom>
                  <a:rect b="b" l="l" r="r" t="t"/>
                  <a:pathLst>
                    <a:path extrusionOk="0" h="2275" w="678">
                      <a:moveTo>
                        <a:pt x="1" y="1"/>
                      </a:moveTo>
                      <a:lnTo>
                        <a:pt x="1" y="2274"/>
                      </a:lnTo>
                      <a:lnTo>
                        <a:pt x="678" y="2274"/>
                      </a:lnTo>
                      <a:lnTo>
                        <a:pt x="6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47"/>
                <p:cNvSpPr/>
                <p:nvPr/>
              </p:nvSpPr>
              <p:spPr>
                <a:xfrm>
                  <a:off x="5803938" y="2943416"/>
                  <a:ext cx="40729" cy="171567"/>
                </a:xfrm>
                <a:custGeom>
                  <a:rect b="b" l="l" r="r" t="t"/>
                  <a:pathLst>
                    <a:path extrusionOk="0" h="2856" w="678">
                      <a:moveTo>
                        <a:pt x="1" y="0"/>
                      </a:moveTo>
                      <a:lnTo>
                        <a:pt x="1" y="2855"/>
                      </a:lnTo>
                      <a:lnTo>
                        <a:pt x="678" y="2855"/>
                      </a:lnTo>
                      <a:lnTo>
                        <a:pt x="67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3" name="Google Shape;1003;p47"/>
                <p:cNvSpPr/>
                <p:nvPr/>
              </p:nvSpPr>
              <p:spPr>
                <a:xfrm>
                  <a:off x="6060568" y="2869106"/>
                  <a:ext cx="32499" cy="32439"/>
                </a:xfrm>
                <a:custGeom>
                  <a:rect b="b" l="l" r="r" t="t"/>
                  <a:pathLst>
                    <a:path extrusionOk="0" h="540" w="541">
                      <a:moveTo>
                        <a:pt x="1" y="0"/>
                      </a:moveTo>
                      <a:lnTo>
                        <a:pt x="1" y="540"/>
                      </a:lnTo>
                      <a:lnTo>
                        <a:pt x="540" y="540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4" name="Google Shape;1004;p47"/>
                <p:cNvSpPr/>
                <p:nvPr/>
              </p:nvSpPr>
              <p:spPr>
                <a:xfrm>
                  <a:off x="6060568" y="3082543"/>
                  <a:ext cx="32499" cy="32439"/>
                </a:xfrm>
                <a:custGeom>
                  <a:rect b="b" l="l" r="r" t="t"/>
                  <a:pathLst>
                    <a:path extrusionOk="0" h="540" w="541">
                      <a:moveTo>
                        <a:pt x="1" y="0"/>
                      </a:moveTo>
                      <a:lnTo>
                        <a:pt x="1" y="539"/>
                      </a:lnTo>
                      <a:lnTo>
                        <a:pt x="540" y="539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05" name="Google Shape;1005;p47"/>
            <p:cNvSpPr/>
            <p:nvPr/>
          </p:nvSpPr>
          <p:spPr>
            <a:xfrm>
              <a:off x="7623894" y="3313763"/>
              <a:ext cx="65479" cy="22888"/>
            </a:xfrm>
            <a:custGeom>
              <a:rect b="b" l="l" r="r" t="t"/>
              <a:pathLst>
                <a:path extrusionOk="0" h="381" w="1090">
                  <a:moveTo>
                    <a:pt x="0" y="0"/>
                  </a:moveTo>
                  <a:lnTo>
                    <a:pt x="0" y="381"/>
                  </a:lnTo>
                  <a:lnTo>
                    <a:pt x="1089" y="38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5E2B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6" name="Google Shape;1006;p47"/>
            <p:cNvGrpSpPr/>
            <p:nvPr/>
          </p:nvGrpSpPr>
          <p:grpSpPr>
            <a:xfrm>
              <a:off x="6461431" y="2849402"/>
              <a:ext cx="1326401" cy="544437"/>
              <a:chOff x="6461431" y="2849402"/>
              <a:chExt cx="1326401" cy="544437"/>
            </a:xfrm>
          </p:grpSpPr>
          <p:sp>
            <p:nvSpPr>
              <p:cNvPr id="1007" name="Google Shape;1007;p47"/>
              <p:cNvSpPr/>
              <p:nvPr/>
            </p:nvSpPr>
            <p:spPr>
              <a:xfrm>
                <a:off x="6461431" y="2849402"/>
                <a:ext cx="1326401" cy="544437"/>
              </a:xfrm>
              <a:custGeom>
                <a:rect b="b" l="l" r="r" t="t"/>
                <a:pathLst>
                  <a:path extrusionOk="0" h="9063" w="22080">
                    <a:moveTo>
                      <a:pt x="0" y="0"/>
                    </a:moveTo>
                    <a:lnTo>
                      <a:pt x="0" y="9063"/>
                    </a:lnTo>
                    <a:lnTo>
                      <a:pt x="22079" y="9063"/>
                    </a:lnTo>
                    <a:lnTo>
                      <a:pt x="220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7"/>
              <p:cNvSpPr/>
              <p:nvPr/>
            </p:nvSpPr>
            <p:spPr>
              <a:xfrm>
                <a:off x="7209694" y="2906591"/>
                <a:ext cx="42651" cy="320186"/>
              </a:xfrm>
              <a:custGeom>
                <a:rect b="b" l="l" r="r" t="t"/>
                <a:pathLst>
                  <a:path extrusionOk="0" h="5330" w="710">
                    <a:moveTo>
                      <a:pt x="1" y="0"/>
                    </a:moveTo>
                    <a:lnTo>
                      <a:pt x="1" y="5330"/>
                    </a:lnTo>
                    <a:lnTo>
                      <a:pt x="709" y="5330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7"/>
              <p:cNvSpPr/>
              <p:nvPr/>
            </p:nvSpPr>
            <p:spPr>
              <a:xfrm>
                <a:off x="6768222" y="3048242"/>
                <a:ext cx="42651" cy="178535"/>
              </a:xfrm>
              <a:custGeom>
                <a:rect b="b" l="l" r="r" t="t"/>
                <a:pathLst>
                  <a:path extrusionOk="0" h="2972" w="710">
                    <a:moveTo>
                      <a:pt x="1" y="0"/>
                    </a:moveTo>
                    <a:lnTo>
                      <a:pt x="1" y="2972"/>
                    </a:lnTo>
                    <a:lnTo>
                      <a:pt x="709" y="2972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0" name="Google Shape;1010;p47"/>
              <p:cNvGrpSpPr/>
              <p:nvPr/>
            </p:nvGrpSpPr>
            <p:grpSpPr>
              <a:xfrm>
                <a:off x="6676731" y="2929419"/>
                <a:ext cx="895741" cy="297359"/>
                <a:chOff x="6676731" y="2929419"/>
                <a:chExt cx="895741" cy="297359"/>
              </a:xfrm>
            </p:grpSpPr>
            <p:sp>
              <p:nvSpPr>
                <p:cNvPr id="1011" name="Google Shape;1011;p47"/>
                <p:cNvSpPr/>
                <p:nvPr/>
              </p:nvSpPr>
              <p:spPr>
                <a:xfrm>
                  <a:off x="7118264" y="3069808"/>
                  <a:ext cx="42591" cy="156969"/>
                </a:xfrm>
                <a:custGeom>
                  <a:rect b="b" l="l" r="r" t="t"/>
                  <a:pathLst>
                    <a:path extrusionOk="0" h="2613" w="709">
                      <a:moveTo>
                        <a:pt x="0" y="1"/>
                      </a:moveTo>
                      <a:lnTo>
                        <a:pt x="0" y="2613"/>
                      </a:lnTo>
                      <a:lnTo>
                        <a:pt x="709" y="2613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2" name="Google Shape;1012;p47"/>
                <p:cNvSpPr/>
                <p:nvPr/>
              </p:nvSpPr>
              <p:spPr>
                <a:xfrm>
                  <a:off x="6676731" y="2929419"/>
                  <a:ext cx="42651" cy="297359"/>
                </a:xfrm>
                <a:custGeom>
                  <a:rect b="b" l="l" r="r" t="t"/>
                  <a:pathLst>
                    <a:path extrusionOk="0" h="4950" w="710">
                      <a:moveTo>
                        <a:pt x="1" y="1"/>
                      </a:moveTo>
                      <a:lnTo>
                        <a:pt x="1" y="4950"/>
                      </a:lnTo>
                      <a:lnTo>
                        <a:pt x="709" y="4950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3" name="Google Shape;1013;p47"/>
                <p:cNvSpPr/>
                <p:nvPr/>
              </p:nvSpPr>
              <p:spPr>
                <a:xfrm>
                  <a:off x="7529881" y="3078098"/>
                  <a:ext cx="42591" cy="148679"/>
                </a:xfrm>
                <a:custGeom>
                  <a:rect b="b" l="l" r="r" t="t"/>
                  <a:pathLst>
                    <a:path extrusionOk="0" h="2475" w="709">
                      <a:moveTo>
                        <a:pt x="0" y="0"/>
                      </a:moveTo>
                      <a:lnTo>
                        <a:pt x="0" y="2475"/>
                      </a:lnTo>
                      <a:lnTo>
                        <a:pt x="709" y="2475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14" name="Google Shape;1014;p47"/>
              <p:cNvSpPr/>
              <p:nvPr/>
            </p:nvSpPr>
            <p:spPr>
              <a:xfrm>
                <a:off x="7621972" y="2991053"/>
                <a:ext cx="41991" cy="235724"/>
              </a:xfrm>
              <a:custGeom>
                <a:rect b="b" l="l" r="r" t="t"/>
                <a:pathLst>
                  <a:path extrusionOk="0" h="3924" w="699">
                    <a:moveTo>
                      <a:pt x="0" y="0"/>
                    </a:moveTo>
                    <a:lnTo>
                      <a:pt x="0" y="3924"/>
                    </a:lnTo>
                    <a:lnTo>
                      <a:pt x="698" y="392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5" name="Google Shape;1015;p47"/>
              <p:cNvGrpSpPr/>
              <p:nvPr/>
            </p:nvGrpSpPr>
            <p:grpSpPr>
              <a:xfrm>
                <a:off x="6559890" y="3015202"/>
                <a:ext cx="1129483" cy="321448"/>
                <a:chOff x="6559890" y="3015202"/>
                <a:chExt cx="1129483" cy="321448"/>
              </a:xfrm>
            </p:grpSpPr>
            <p:sp>
              <p:nvSpPr>
                <p:cNvPr id="1016" name="Google Shape;1016;p47"/>
                <p:cNvSpPr/>
                <p:nvPr/>
              </p:nvSpPr>
              <p:spPr>
                <a:xfrm>
                  <a:off x="7026774" y="3015202"/>
                  <a:ext cx="42591" cy="211575"/>
                </a:xfrm>
                <a:custGeom>
                  <a:rect b="b" l="l" r="r" t="t"/>
                  <a:pathLst>
                    <a:path extrusionOk="0" h="3522" w="709">
                      <a:moveTo>
                        <a:pt x="0" y="0"/>
                      </a:moveTo>
                      <a:lnTo>
                        <a:pt x="0" y="3522"/>
                      </a:lnTo>
                      <a:lnTo>
                        <a:pt x="709" y="3522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7" name="Google Shape;1017;p47"/>
                <p:cNvSpPr/>
                <p:nvPr/>
              </p:nvSpPr>
              <p:spPr>
                <a:xfrm>
                  <a:off x="6585301" y="3106693"/>
                  <a:ext cx="42591" cy="120085"/>
                </a:xfrm>
                <a:custGeom>
                  <a:rect b="b" l="l" r="r" t="t"/>
                  <a:pathLst>
                    <a:path extrusionOk="0" h="1999" w="709">
                      <a:moveTo>
                        <a:pt x="0" y="0"/>
                      </a:moveTo>
                      <a:lnTo>
                        <a:pt x="0" y="1999"/>
                      </a:lnTo>
                      <a:lnTo>
                        <a:pt x="709" y="1999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8" name="Google Shape;1018;p47"/>
                <p:cNvSpPr/>
                <p:nvPr/>
              </p:nvSpPr>
              <p:spPr>
                <a:xfrm>
                  <a:off x="6559890" y="3264203"/>
                  <a:ext cx="276394" cy="23548"/>
                </a:xfrm>
                <a:custGeom>
                  <a:rect b="b" l="l" r="r" t="t"/>
                  <a:pathLst>
                    <a:path extrusionOk="0" h="392" w="4601">
                      <a:moveTo>
                        <a:pt x="0" y="0"/>
                      </a:moveTo>
                      <a:lnTo>
                        <a:pt x="0" y="392"/>
                      </a:lnTo>
                      <a:lnTo>
                        <a:pt x="4600" y="392"/>
                      </a:lnTo>
                      <a:lnTo>
                        <a:pt x="46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9" name="Google Shape;1019;p47"/>
                <p:cNvSpPr/>
                <p:nvPr/>
              </p:nvSpPr>
              <p:spPr>
                <a:xfrm>
                  <a:off x="6559890" y="3313763"/>
                  <a:ext cx="89628" cy="22888"/>
                </a:xfrm>
                <a:custGeom>
                  <a:rect b="b" l="l" r="r" t="t"/>
                  <a:pathLst>
                    <a:path extrusionOk="0" h="381" w="1492">
                      <a:moveTo>
                        <a:pt x="0" y="0"/>
                      </a:moveTo>
                      <a:lnTo>
                        <a:pt x="0" y="381"/>
                      </a:lnTo>
                      <a:lnTo>
                        <a:pt x="1491" y="381"/>
                      </a:lnTo>
                      <a:lnTo>
                        <a:pt x="149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0" name="Google Shape;1020;p47"/>
                <p:cNvSpPr/>
                <p:nvPr/>
              </p:nvSpPr>
              <p:spPr>
                <a:xfrm>
                  <a:off x="6667840" y="3313763"/>
                  <a:ext cx="168443" cy="22888"/>
                </a:xfrm>
                <a:custGeom>
                  <a:rect b="b" l="l" r="r" t="t"/>
                  <a:pathLst>
                    <a:path extrusionOk="0" h="381" w="2804">
                      <a:moveTo>
                        <a:pt x="1" y="0"/>
                      </a:moveTo>
                      <a:lnTo>
                        <a:pt x="1" y="381"/>
                      </a:lnTo>
                      <a:lnTo>
                        <a:pt x="2803" y="381"/>
                      </a:lnTo>
                      <a:lnTo>
                        <a:pt x="280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47"/>
                <p:cNvSpPr/>
                <p:nvPr/>
              </p:nvSpPr>
              <p:spPr>
                <a:xfrm>
                  <a:off x="7438390" y="3161299"/>
                  <a:ext cx="42591" cy="65479"/>
                </a:xfrm>
                <a:custGeom>
                  <a:rect b="b" l="l" r="r" t="t"/>
                  <a:pathLst>
                    <a:path extrusionOk="0" h="1090" w="709">
                      <a:moveTo>
                        <a:pt x="0" y="0"/>
                      </a:moveTo>
                      <a:lnTo>
                        <a:pt x="0" y="1090"/>
                      </a:lnTo>
                      <a:lnTo>
                        <a:pt x="709" y="1090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2" name="Google Shape;1022;p47"/>
                <p:cNvSpPr/>
                <p:nvPr/>
              </p:nvSpPr>
              <p:spPr>
                <a:xfrm>
                  <a:off x="7412980" y="3264203"/>
                  <a:ext cx="276394" cy="23548"/>
                </a:xfrm>
                <a:custGeom>
                  <a:rect b="b" l="l" r="r" t="t"/>
                  <a:pathLst>
                    <a:path extrusionOk="0" h="392" w="4601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4600" y="392"/>
                      </a:lnTo>
                      <a:lnTo>
                        <a:pt x="46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3" name="Google Shape;1023;p47"/>
                <p:cNvSpPr/>
                <p:nvPr/>
              </p:nvSpPr>
              <p:spPr>
                <a:xfrm>
                  <a:off x="7412980" y="3313763"/>
                  <a:ext cx="192532" cy="22888"/>
                </a:xfrm>
                <a:custGeom>
                  <a:rect b="b" l="l" r="r" t="t"/>
                  <a:pathLst>
                    <a:path extrusionOk="0" h="381" w="3205">
                      <a:moveTo>
                        <a:pt x="1" y="0"/>
                      </a:moveTo>
                      <a:lnTo>
                        <a:pt x="1" y="381"/>
                      </a:lnTo>
                      <a:lnTo>
                        <a:pt x="3205" y="381"/>
                      </a:lnTo>
                      <a:lnTo>
                        <a:pt x="320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4" name="Google Shape;1024;p47"/>
                <p:cNvSpPr/>
                <p:nvPr/>
              </p:nvSpPr>
              <p:spPr>
                <a:xfrm>
                  <a:off x="7001363" y="3313763"/>
                  <a:ext cx="276394" cy="22888"/>
                </a:xfrm>
                <a:custGeom>
                  <a:rect b="b" l="l" r="r" t="t"/>
                  <a:pathLst>
                    <a:path extrusionOk="0" h="381" w="4601">
                      <a:moveTo>
                        <a:pt x="0" y="0"/>
                      </a:moveTo>
                      <a:lnTo>
                        <a:pt x="0" y="381"/>
                      </a:lnTo>
                      <a:lnTo>
                        <a:pt x="4600" y="381"/>
                      </a:lnTo>
                      <a:lnTo>
                        <a:pt x="46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5" name="Google Shape;1025;p47"/>
                <p:cNvSpPr/>
                <p:nvPr/>
              </p:nvSpPr>
              <p:spPr>
                <a:xfrm>
                  <a:off x="7001363" y="3264203"/>
                  <a:ext cx="89628" cy="23548"/>
                </a:xfrm>
                <a:custGeom>
                  <a:rect b="b" l="l" r="r" t="t"/>
                  <a:pathLst>
                    <a:path extrusionOk="0" h="392" w="1492">
                      <a:moveTo>
                        <a:pt x="0" y="0"/>
                      </a:moveTo>
                      <a:lnTo>
                        <a:pt x="0" y="392"/>
                      </a:lnTo>
                      <a:lnTo>
                        <a:pt x="1491" y="392"/>
                      </a:lnTo>
                      <a:lnTo>
                        <a:pt x="149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6" name="Google Shape;1026;p47"/>
                <p:cNvSpPr/>
                <p:nvPr/>
              </p:nvSpPr>
              <p:spPr>
                <a:xfrm>
                  <a:off x="7109974" y="3264203"/>
                  <a:ext cx="167782" cy="23548"/>
                </a:xfrm>
                <a:custGeom>
                  <a:rect b="b" l="l" r="r" t="t"/>
                  <a:pathLst>
                    <a:path extrusionOk="0" h="392" w="2793">
                      <a:moveTo>
                        <a:pt x="1" y="0"/>
                      </a:moveTo>
                      <a:lnTo>
                        <a:pt x="1" y="392"/>
                      </a:lnTo>
                      <a:lnTo>
                        <a:pt x="2792" y="392"/>
                      </a:lnTo>
                      <a:lnTo>
                        <a:pt x="279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27" name="Google Shape;1027;p47"/>
            <p:cNvSpPr/>
            <p:nvPr/>
          </p:nvSpPr>
          <p:spPr>
            <a:xfrm>
              <a:off x="4958477" y="3021810"/>
              <a:ext cx="680381" cy="673653"/>
            </a:xfrm>
            <a:custGeom>
              <a:rect b="b" l="l" r="r" t="t"/>
              <a:pathLst>
                <a:path extrusionOk="0" h="11214" w="11326">
                  <a:moveTo>
                    <a:pt x="5662" y="3102"/>
                  </a:moveTo>
                  <a:cubicBezTo>
                    <a:pt x="5776" y="3102"/>
                    <a:pt x="5891" y="3110"/>
                    <a:pt x="6007" y="3126"/>
                  </a:cubicBezTo>
                  <a:cubicBezTo>
                    <a:pt x="7371" y="3316"/>
                    <a:pt x="8333" y="4585"/>
                    <a:pt x="8143" y="5949"/>
                  </a:cubicBezTo>
                  <a:cubicBezTo>
                    <a:pt x="7969" y="7206"/>
                    <a:pt x="6893" y="8110"/>
                    <a:pt x="5667" y="8110"/>
                  </a:cubicBezTo>
                  <a:cubicBezTo>
                    <a:pt x="5552" y="8110"/>
                    <a:pt x="5436" y="8102"/>
                    <a:pt x="5319" y="8085"/>
                  </a:cubicBezTo>
                  <a:cubicBezTo>
                    <a:pt x="3945" y="7895"/>
                    <a:pt x="2993" y="6626"/>
                    <a:pt x="3183" y="5262"/>
                  </a:cubicBezTo>
                  <a:cubicBezTo>
                    <a:pt x="3357" y="4014"/>
                    <a:pt x="4435" y="3102"/>
                    <a:pt x="5662" y="3102"/>
                  </a:cubicBezTo>
                  <a:close/>
                  <a:moveTo>
                    <a:pt x="5876" y="0"/>
                  </a:moveTo>
                  <a:cubicBezTo>
                    <a:pt x="5504" y="0"/>
                    <a:pt x="5178" y="272"/>
                    <a:pt x="5129" y="652"/>
                  </a:cubicBezTo>
                  <a:lnTo>
                    <a:pt x="4970" y="1773"/>
                  </a:lnTo>
                  <a:cubicBezTo>
                    <a:pt x="4812" y="1794"/>
                    <a:pt x="4653" y="1836"/>
                    <a:pt x="4494" y="1889"/>
                  </a:cubicBezTo>
                  <a:lnTo>
                    <a:pt x="3828" y="969"/>
                  </a:lnTo>
                  <a:cubicBezTo>
                    <a:pt x="3686" y="762"/>
                    <a:pt x="3454" y="654"/>
                    <a:pt x="3217" y="654"/>
                  </a:cubicBezTo>
                  <a:cubicBezTo>
                    <a:pt x="3066" y="654"/>
                    <a:pt x="2913" y="698"/>
                    <a:pt x="2781" y="789"/>
                  </a:cubicBezTo>
                  <a:lnTo>
                    <a:pt x="2031" y="1328"/>
                  </a:lnTo>
                  <a:cubicBezTo>
                    <a:pt x="1692" y="1572"/>
                    <a:pt x="1618" y="2037"/>
                    <a:pt x="1861" y="2375"/>
                  </a:cubicBezTo>
                  <a:lnTo>
                    <a:pt x="2517" y="3295"/>
                  </a:lnTo>
                  <a:cubicBezTo>
                    <a:pt x="2380" y="3486"/>
                    <a:pt x="2253" y="3686"/>
                    <a:pt x="2157" y="3898"/>
                  </a:cubicBezTo>
                  <a:lnTo>
                    <a:pt x="1037" y="3739"/>
                  </a:lnTo>
                  <a:cubicBezTo>
                    <a:pt x="1004" y="3735"/>
                    <a:pt x="971" y="3733"/>
                    <a:pt x="938" y="3733"/>
                  </a:cubicBezTo>
                  <a:cubicBezTo>
                    <a:pt x="565" y="3733"/>
                    <a:pt x="238" y="4005"/>
                    <a:pt x="180" y="4384"/>
                  </a:cubicBezTo>
                  <a:lnTo>
                    <a:pt x="53" y="5294"/>
                  </a:lnTo>
                  <a:cubicBezTo>
                    <a:pt x="0" y="5706"/>
                    <a:pt x="286" y="6087"/>
                    <a:pt x="698" y="6140"/>
                  </a:cubicBezTo>
                  <a:lnTo>
                    <a:pt x="1819" y="6298"/>
                  </a:lnTo>
                  <a:cubicBezTo>
                    <a:pt x="1861" y="6531"/>
                    <a:pt x="1925" y="6753"/>
                    <a:pt x="1999" y="6975"/>
                  </a:cubicBezTo>
                  <a:lnTo>
                    <a:pt x="1121" y="7673"/>
                  </a:lnTo>
                  <a:cubicBezTo>
                    <a:pt x="793" y="7937"/>
                    <a:pt x="741" y="8413"/>
                    <a:pt x="1005" y="8730"/>
                  </a:cubicBezTo>
                  <a:lnTo>
                    <a:pt x="1576" y="9449"/>
                  </a:lnTo>
                  <a:cubicBezTo>
                    <a:pt x="1722" y="9639"/>
                    <a:pt x="1943" y="9736"/>
                    <a:pt x="2166" y="9736"/>
                  </a:cubicBezTo>
                  <a:cubicBezTo>
                    <a:pt x="2329" y="9736"/>
                    <a:pt x="2495" y="9684"/>
                    <a:pt x="2633" y="9576"/>
                  </a:cubicBezTo>
                  <a:lnTo>
                    <a:pt x="3511" y="8868"/>
                  </a:lnTo>
                  <a:cubicBezTo>
                    <a:pt x="3648" y="8963"/>
                    <a:pt x="3797" y="9037"/>
                    <a:pt x="3945" y="9111"/>
                  </a:cubicBezTo>
                  <a:lnTo>
                    <a:pt x="3786" y="10232"/>
                  </a:lnTo>
                  <a:cubicBezTo>
                    <a:pt x="3733" y="10644"/>
                    <a:pt x="4019" y="11025"/>
                    <a:pt x="4431" y="11078"/>
                  </a:cubicBezTo>
                  <a:lnTo>
                    <a:pt x="5340" y="11205"/>
                  </a:lnTo>
                  <a:cubicBezTo>
                    <a:pt x="5379" y="11211"/>
                    <a:pt x="5417" y="11214"/>
                    <a:pt x="5455" y="11214"/>
                  </a:cubicBezTo>
                  <a:cubicBezTo>
                    <a:pt x="5821" y="11214"/>
                    <a:pt x="6139" y="10944"/>
                    <a:pt x="6197" y="10570"/>
                  </a:cubicBezTo>
                  <a:lnTo>
                    <a:pt x="6345" y="9449"/>
                  </a:lnTo>
                  <a:cubicBezTo>
                    <a:pt x="6514" y="9418"/>
                    <a:pt x="6673" y="9375"/>
                    <a:pt x="6831" y="9333"/>
                  </a:cubicBezTo>
                  <a:lnTo>
                    <a:pt x="7487" y="10243"/>
                  </a:lnTo>
                  <a:cubicBezTo>
                    <a:pt x="7636" y="10450"/>
                    <a:pt x="7868" y="10562"/>
                    <a:pt x="8103" y="10562"/>
                  </a:cubicBezTo>
                  <a:cubicBezTo>
                    <a:pt x="8252" y="10562"/>
                    <a:pt x="8403" y="10517"/>
                    <a:pt x="8534" y="10422"/>
                  </a:cubicBezTo>
                  <a:lnTo>
                    <a:pt x="9285" y="9883"/>
                  </a:lnTo>
                  <a:cubicBezTo>
                    <a:pt x="9623" y="9640"/>
                    <a:pt x="9708" y="9175"/>
                    <a:pt x="9464" y="8836"/>
                  </a:cubicBezTo>
                  <a:lnTo>
                    <a:pt x="8809" y="7916"/>
                  </a:lnTo>
                  <a:cubicBezTo>
                    <a:pt x="8946" y="7736"/>
                    <a:pt x="9063" y="7536"/>
                    <a:pt x="9168" y="7324"/>
                  </a:cubicBezTo>
                  <a:lnTo>
                    <a:pt x="10289" y="7472"/>
                  </a:lnTo>
                  <a:cubicBezTo>
                    <a:pt x="10328" y="7478"/>
                    <a:pt x="10366" y="7481"/>
                    <a:pt x="10404" y="7481"/>
                  </a:cubicBezTo>
                  <a:cubicBezTo>
                    <a:pt x="10770" y="7481"/>
                    <a:pt x="11087" y="7211"/>
                    <a:pt x="11135" y="6838"/>
                  </a:cubicBezTo>
                  <a:lnTo>
                    <a:pt x="11262" y="5928"/>
                  </a:lnTo>
                  <a:cubicBezTo>
                    <a:pt x="11325" y="5516"/>
                    <a:pt x="11029" y="5135"/>
                    <a:pt x="10628" y="5072"/>
                  </a:cubicBezTo>
                  <a:lnTo>
                    <a:pt x="9507" y="4924"/>
                  </a:lnTo>
                  <a:cubicBezTo>
                    <a:pt x="9464" y="4691"/>
                    <a:pt x="9401" y="4458"/>
                    <a:pt x="9316" y="4247"/>
                  </a:cubicBezTo>
                  <a:lnTo>
                    <a:pt x="10205" y="3538"/>
                  </a:lnTo>
                  <a:cubicBezTo>
                    <a:pt x="10522" y="3285"/>
                    <a:pt x="10575" y="2809"/>
                    <a:pt x="10321" y="2481"/>
                  </a:cubicBezTo>
                  <a:lnTo>
                    <a:pt x="9750" y="1762"/>
                  </a:lnTo>
                  <a:cubicBezTo>
                    <a:pt x="9599" y="1575"/>
                    <a:pt x="9379" y="1477"/>
                    <a:pt x="9159" y="1477"/>
                  </a:cubicBezTo>
                  <a:cubicBezTo>
                    <a:pt x="8994" y="1477"/>
                    <a:pt x="8828" y="1532"/>
                    <a:pt x="8692" y="1646"/>
                  </a:cubicBezTo>
                  <a:lnTo>
                    <a:pt x="7804" y="2354"/>
                  </a:lnTo>
                  <a:cubicBezTo>
                    <a:pt x="7667" y="2259"/>
                    <a:pt x="7529" y="2174"/>
                    <a:pt x="7371" y="2100"/>
                  </a:cubicBezTo>
                  <a:lnTo>
                    <a:pt x="7529" y="979"/>
                  </a:lnTo>
                  <a:cubicBezTo>
                    <a:pt x="7593" y="567"/>
                    <a:pt x="7297" y="186"/>
                    <a:pt x="6895" y="134"/>
                  </a:cubicBezTo>
                  <a:lnTo>
                    <a:pt x="5975" y="7"/>
                  </a:lnTo>
                  <a:cubicBezTo>
                    <a:pt x="5942" y="2"/>
                    <a:pt x="5909" y="0"/>
                    <a:pt x="5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7"/>
            <p:cNvSpPr/>
            <p:nvPr/>
          </p:nvSpPr>
          <p:spPr>
            <a:xfrm>
              <a:off x="5592423" y="3386330"/>
              <a:ext cx="494877" cy="485686"/>
            </a:xfrm>
            <a:custGeom>
              <a:rect b="b" l="l" r="r" t="t"/>
              <a:pathLst>
                <a:path extrusionOk="0" h="8085" w="8238">
                  <a:moveTo>
                    <a:pt x="4124" y="2179"/>
                  </a:moveTo>
                  <a:cubicBezTo>
                    <a:pt x="4346" y="2179"/>
                    <a:pt x="4571" y="2219"/>
                    <a:pt x="4791" y="2303"/>
                  </a:cubicBezTo>
                  <a:cubicBezTo>
                    <a:pt x="5753" y="2673"/>
                    <a:pt x="6229" y="3752"/>
                    <a:pt x="5859" y="4714"/>
                  </a:cubicBezTo>
                  <a:cubicBezTo>
                    <a:pt x="5574" y="5455"/>
                    <a:pt x="4869" y="5907"/>
                    <a:pt x="4120" y="5907"/>
                  </a:cubicBezTo>
                  <a:cubicBezTo>
                    <a:pt x="3897" y="5907"/>
                    <a:pt x="3669" y="5867"/>
                    <a:pt x="3448" y="5782"/>
                  </a:cubicBezTo>
                  <a:cubicBezTo>
                    <a:pt x="2496" y="5412"/>
                    <a:pt x="2020" y="4333"/>
                    <a:pt x="2380" y="3371"/>
                  </a:cubicBezTo>
                  <a:cubicBezTo>
                    <a:pt x="2665" y="2636"/>
                    <a:pt x="3374" y="2179"/>
                    <a:pt x="4124" y="2179"/>
                  </a:cubicBezTo>
                  <a:close/>
                  <a:moveTo>
                    <a:pt x="5095" y="0"/>
                  </a:moveTo>
                  <a:cubicBezTo>
                    <a:pt x="4872" y="0"/>
                    <a:pt x="4660" y="138"/>
                    <a:pt x="4579" y="357"/>
                  </a:cubicBezTo>
                  <a:lnTo>
                    <a:pt x="4273" y="1140"/>
                  </a:lnTo>
                  <a:cubicBezTo>
                    <a:pt x="4146" y="1140"/>
                    <a:pt x="4029" y="1140"/>
                    <a:pt x="3902" y="1150"/>
                  </a:cubicBezTo>
                  <a:lnTo>
                    <a:pt x="3585" y="368"/>
                  </a:lnTo>
                  <a:cubicBezTo>
                    <a:pt x="3489" y="151"/>
                    <a:pt x="3277" y="20"/>
                    <a:pt x="3056" y="20"/>
                  </a:cubicBezTo>
                  <a:cubicBezTo>
                    <a:pt x="2985" y="20"/>
                    <a:pt x="2914" y="33"/>
                    <a:pt x="2845" y="61"/>
                  </a:cubicBezTo>
                  <a:lnTo>
                    <a:pt x="2221" y="326"/>
                  </a:lnTo>
                  <a:cubicBezTo>
                    <a:pt x="1936" y="442"/>
                    <a:pt x="1798" y="770"/>
                    <a:pt x="1914" y="1055"/>
                  </a:cubicBezTo>
                  <a:lnTo>
                    <a:pt x="2232" y="1838"/>
                  </a:lnTo>
                  <a:cubicBezTo>
                    <a:pt x="2105" y="1943"/>
                    <a:pt x="1978" y="2070"/>
                    <a:pt x="1872" y="2208"/>
                  </a:cubicBezTo>
                  <a:lnTo>
                    <a:pt x="1079" y="1901"/>
                  </a:lnTo>
                  <a:cubicBezTo>
                    <a:pt x="1016" y="1878"/>
                    <a:pt x="952" y="1867"/>
                    <a:pt x="889" y="1867"/>
                  </a:cubicBezTo>
                  <a:cubicBezTo>
                    <a:pt x="664" y="1867"/>
                    <a:pt x="451" y="2006"/>
                    <a:pt x="360" y="2229"/>
                  </a:cubicBezTo>
                  <a:lnTo>
                    <a:pt x="117" y="2863"/>
                  </a:lnTo>
                  <a:cubicBezTo>
                    <a:pt x="0" y="3159"/>
                    <a:pt x="149" y="3477"/>
                    <a:pt x="434" y="3593"/>
                  </a:cubicBezTo>
                  <a:lnTo>
                    <a:pt x="1217" y="3889"/>
                  </a:lnTo>
                  <a:cubicBezTo>
                    <a:pt x="1217" y="4069"/>
                    <a:pt x="1217" y="4238"/>
                    <a:pt x="1238" y="4418"/>
                  </a:cubicBezTo>
                  <a:lnTo>
                    <a:pt x="487" y="4777"/>
                  </a:lnTo>
                  <a:cubicBezTo>
                    <a:pt x="201" y="4904"/>
                    <a:pt x="85" y="5243"/>
                    <a:pt x="223" y="5517"/>
                  </a:cubicBezTo>
                  <a:lnTo>
                    <a:pt x="508" y="6141"/>
                  </a:lnTo>
                  <a:cubicBezTo>
                    <a:pt x="608" y="6341"/>
                    <a:pt x="808" y="6457"/>
                    <a:pt x="1019" y="6457"/>
                  </a:cubicBezTo>
                  <a:cubicBezTo>
                    <a:pt x="1099" y="6457"/>
                    <a:pt x="1181" y="6440"/>
                    <a:pt x="1259" y="6406"/>
                  </a:cubicBezTo>
                  <a:lnTo>
                    <a:pt x="2020" y="6046"/>
                  </a:lnTo>
                  <a:cubicBezTo>
                    <a:pt x="2105" y="6131"/>
                    <a:pt x="2189" y="6215"/>
                    <a:pt x="2285" y="6289"/>
                  </a:cubicBezTo>
                  <a:lnTo>
                    <a:pt x="1988" y="7082"/>
                  </a:lnTo>
                  <a:cubicBezTo>
                    <a:pt x="1872" y="7368"/>
                    <a:pt x="2020" y="7685"/>
                    <a:pt x="2306" y="7802"/>
                  </a:cubicBezTo>
                  <a:lnTo>
                    <a:pt x="2951" y="8045"/>
                  </a:lnTo>
                  <a:cubicBezTo>
                    <a:pt x="3017" y="8072"/>
                    <a:pt x="3086" y="8085"/>
                    <a:pt x="3154" y="8085"/>
                  </a:cubicBezTo>
                  <a:cubicBezTo>
                    <a:pt x="3377" y="8085"/>
                    <a:pt x="3589" y="7946"/>
                    <a:pt x="3670" y="7728"/>
                  </a:cubicBezTo>
                  <a:lnTo>
                    <a:pt x="3976" y="6945"/>
                  </a:lnTo>
                  <a:cubicBezTo>
                    <a:pt x="4093" y="6945"/>
                    <a:pt x="4220" y="6945"/>
                    <a:pt x="4347" y="6934"/>
                  </a:cubicBezTo>
                  <a:lnTo>
                    <a:pt x="4664" y="7717"/>
                  </a:lnTo>
                  <a:cubicBezTo>
                    <a:pt x="4752" y="7934"/>
                    <a:pt x="4962" y="8065"/>
                    <a:pt x="5183" y="8065"/>
                  </a:cubicBezTo>
                  <a:cubicBezTo>
                    <a:pt x="5253" y="8065"/>
                    <a:pt x="5325" y="8052"/>
                    <a:pt x="5393" y="8024"/>
                  </a:cubicBezTo>
                  <a:lnTo>
                    <a:pt x="6028" y="7759"/>
                  </a:lnTo>
                  <a:cubicBezTo>
                    <a:pt x="6313" y="7643"/>
                    <a:pt x="6451" y="7315"/>
                    <a:pt x="6335" y="7030"/>
                  </a:cubicBezTo>
                  <a:lnTo>
                    <a:pt x="6007" y="6247"/>
                  </a:lnTo>
                  <a:cubicBezTo>
                    <a:pt x="6144" y="6131"/>
                    <a:pt x="6260" y="6014"/>
                    <a:pt x="6377" y="5877"/>
                  </a:cubicBezTo>
                  <a:lnTo>
                    <a:pt x="7159" y="6184"/>
                  </a:lnTo>
                  <a:cubicBezTo>
                    <a:pt x="7222" y="6207"/>
                    <a:pt x="7287" y="6218"/>
                    <a:pt x="7351" y="6218"/>
                  </a:cubicBezTo>
                  <a:cubicBezTo>
                    <a:pt x="7578" y="6218"/>
                    <a:pt x="7798" y="6079"/>
                    <a:pt x="7889" y="5856"/>
                  </a:cubicBezTo>
                  <a:lnTo>
                    <a:pt x="8132" y="5221"/>
                  </a:lnTo>
                  <a:cubicBezTo>
                    <a:pt x="8238" y="4925"/>
                    <a:pt x="8100" y="4608"/>
                    <a:pt x="7804" y="4492"/>
                  </a:cubicBezTo>
                  <a:lnTo>
                    <a:pt x="7022" y="4196"/>
                  </a:lnTo>
                  <a:cubicBezTo>
                    <a:pt x="7032" y="4016"/>
                    <a:pt x="7022" y="3847"/>
                    <a:pt x="7001" y="3667"/>
                  </a:cubicBezTo>
                  <a:lnTo>
                    <a:pt x="7762" y="3307"/>
                  </a:lnTo>
                  <a:cubicBezTo>
                    <a:pt x="8037" y="3181"/>
                    <a:pt x="8164" y="2842"/>
                    <a:pt x="8026" y="2567"/>
                  </a:cubicBezTo>
                  <a:lnTo>
                    <a:pt x="7730" y="1943"/>
                  </a:lnTo>
                  <a:cubicBezTo>
                    <a:pt x="7638" y="1744"/>
                    <a:pt x="7435" y="1628"/>
                    <a:pt x="7225" y="1628"/>
                  </a:cubicBezTo>
                  <a:cubicBezTo>
                    <a:pt x="7146" y="1628"/>
                    <a:pt x="7065" y="1644"/>
                    <a:pt x="6990" y="1679"/>
                  </a:cubicBezTo>
                  <a:lnTo>
                    <a:pt x="6229" y="2039"/>
                  </a:lnTo>
                  <a:cubicBezTo>
                    <a:pt x="6144" y="1954"/>
                    <a:pt x="6049" y="1869"/>
                    <a:pt x="5954" y="1795"/>
                  </a:cubicBezTo>
                  <a:lnTo>
                    <a:pt x="6260" y="1002"/>
                  </a:lnTo>
                  <a:cubicBezTo>
                    <a:pt x="6366" y="717"/>
                    <a:pt x="6229" y="400"/>
                    <a:pt x="5933" y="283"/>
                  </a:cubicBezTo>
                  <a:lnTo>
                    <a:pt x="5298" y="40"/>
                  </a:lnTo>
                  <a:cubicBezTo>
                    <a:pt x="5232" y="13"/>
                    <a:pt x="5163" y="0"/>
                    <a:pt x="5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9" name="Google Shape;1029;p47"/>
            <p:cNvGrpSpPr/>
            <p:nvPr/>
          </p:nvGrpSpPr>
          <p:grpSpPr>
            <a:xfrm>
              <a:off x="7514622" y="3241315"/>
              <a:ext cx="502506" cy="502567"/>
              <a:chOff x="7514622" y="3241315"/>
              <a:chExt cx="502506" cy="502567"/>
            </a:xfrm>
          </p:grpSpPr>
          <p:sp>
            <p:nvSpPr>
              <p:cNvPr id="1030" name="Google Shape;1030;p47"/>
              <p:cNvSpPr/>
              <p:nvPr/>
            </p:nvSpPr>
            <p:spPr>
              <a:xfrm>
                <a:off x="7514622" y="3241315"/>
                <a:ext cx="502506" cy="502567"/>
              </a:xfrm>
              <a:custGeom>
                <a:rect b="b" l="l" r="r" t="t"/>
                <a:pathLst>
                  <a:path extrusionOk="0" h="8366" w="8365">
                    <a:moveTo>
                      <a:pt x="4188" y="1"/>
                    </a:moveTo>
                    <a:cubicBezTo>
                      <a:pt x="1872" y="1"/>
                      <a:pt x="0" y="1872"/>
                      <a:pt x="0" y="4178"/>
                    </a:cubicBezTo>
                    <a:cubicBezTo>
                      <a:pt x="0" y="6483"/>
                      <a:pt x="1872" y="8365"/>
                      <a:pt x="4188" y="8365"/>
                    </a:cubicBezTo>
                    <a:cubicBezTo>
                      <a:pt x="6493" y="8365"/>
                      <a:pt x="8365" y="6483"/>
                      <a:pt x="8365" y="4178"/>
                    </a:cubicBezTo>
                    <a:cubicBezTo>
                      <a:pt x="8365" y="1872"/>
                      <a:pt x="6493" y="1"/>
                      <a:pt x="41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47"/>
              <p:cNvSpPr/>
              <p:nvPr/>
            </p:nvSpPr>
            <p:spPr>
              <a:xfrm>
                <a:off x="7545079" y="3271171"/>
                <a:ext cx="442194" cy="442194"/>
              </a:xfrm>
              <a:custGeom>
                <a:rect b="b" l="l" r="r" t="t"/>
                <a:pathLst>
                  <a:path extrusionOk="0" h="7361" w="7361">
                    <a:moveTo>
                      <a:pt x="3681" y="318"/>
                    </a:moveTo>
                    <a:cubicBezTo>
                      <a:pt x="5531" y="318"/>
                      <a:pt x="7043" y="1830"/>
                      <a:pt x="7043" y="3681"/>
                    </a:cubicBezTo>
                    <a:cubicBezTo>
                      <a:pt x="7043" y="5531"/>
                      <a:pt x="5531" y="7043"/>
                      <a:pt x="3681" y="7043"/>
                    </a:cubicBezTo>
                    <a:cubicBezTo>
                      <a:pt x="1830" y="7043"/>
                      <a:pt x="318" y="5531"/>
                      <a:pt x="318" y="3681"/>
                    </a:cubicBezTo>
                    <a:cubicBezTo>
                      <a:pt x="318" y="1830"/>
                      <a:pt x="1830" y="318"/>
                      <a:pt x="3681" y="318"/>
                    </a:cubicBezTo>
                    <a:close/>
                    <a:moveTo>
                      <a:pt x="3681" y="1"/>
                    </a:moveTo>
                    <a:cubicBezTo>
                      <a:pt x="1651" y="1"/>
                      <a:pt x="1" y="1650"/>
                      <a:pt x="1" y="3681"/>
                    </a:cubicBezTo>
                    <a:cubicBezTo>
                      <a:pt x="1" y="5711"/>
                      <a:pt x="1651" y="7360"/>
                      <a:pt x="3681" y="7360"/>
                    </a:cubicBezTo>
                    <a:cubicBezTo>
                      <a:pt x="5711" y="7360"/>
                      <a:pt x="7361" y="5711"/>
                      <a:pt x="7361" y="3681"/>
                    </a:cubicBezTo>
                    <a:cubicBezTo>
                      <a:pt x="7361" y="1650"/>
                      <a:pt x="5711" y="1"/>
                      <a:pt x="36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2" name="Google Shape;1032;p47"/>
            <p:cNvSpPr/>
            <p:nvPr/>
          </p:nvSpPr>
          <p:spPr>
            <a:xfrm>
              <a:off x="6274005" y="1442985"/>
              <a:ext cx="40068" cy="40128"/>
            </a:xfrm>
            <a:custGeom>
              <a:rect b="b" l="l" r="r" t="t"/>
              <a:pathLst>
                <a:path extrusionOk="0" h="668" w="667">
                  <a:moveTo>
                    <a:pt x="339" y="1"/>
                  </a:moveTo>
                  <a:cubicBezTo>
                    <a:pt x="149" y="1"/>
                    <a:pt x="1" y="149"/>
                    <a:pt x="1" y="329"/>
                  </a:cubicBezTo>
                  <a:cubicBezTo>
                    <a:pt x="1" y="509"/>
                    <a:pt x="149" y="667"/>
                    <a:pt x="339" y="667"/>
                  </a:cubicBezTo>
                  <a:cubicBezTo>
                    <a:pt x="519" y="667"/>
                    <a:pt x="667" y="519"/>
                    <a:pt x="667" y="329"/>
                  </a:cubicBezTo>
                  <a:cubicBezTo>
                    <a:pt x="667" y="149"/>
                    <a:pt x="519" y="1"/>
                    <a:pt x="3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7"/>
            <p:cNvSpPr/>
            <p:nvPr/>
          </p:nvSpPr>
          <p:spPr>
            <a:xfrm>
              <a:off x="7141752" y="1385195"/>
              <a:ext cx="39408" cy="40068"/>
            </a:xfrm>
            <a:custGeom>
              <a:rect b="b" l="l" r="r" t="t"/>
              <a:pathLst>
                <a:path extrusionOk="0" h="667" w="656">
                  <a:moveTo>
                    <a:pt x="328" y="1"/>
                  </a:moveTo>
                  <a:cubicBezTo>
                    <a:pt x="148" y="1"/>
                    <a:pt x="0" y="149"/>
                    <a:pt x="0" y="328"/>
                  </a:cubicBezTo>
                  <a:cubicBezTo>
                    <a:pt x="0" y="519"/>
                    <a:pt x="148" y="667"/>
                    <a:pt x="328" y="667"/>
                  </a:cubicBezTo>
                  <a:cubicBezTo>
                    <a:pt x="508" y="667"/>
                    <a:pt x="656" y="519"/>
                    <a:pt x="656" y="328"/>
                  </a:cubicBezTo>
                  <a:cubicBezTo>
                    <a:pt x="656" y="149"/>
                    <a:pt x="508" y="1"/>
                    <a:pt x="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7"/>
            <p:cNvSpPr/>
            <p:nvPr/>
          </p:nvSpPr>
          <p:spPr>
            <a:xfrm>
              <a:off x="6290525" y="1119675"/>
              <a:ext cx="874776" cy="357672"/>
            </a:xfrm>
            <a:custGeom>
              <a:rect b="b" l="l" r="r" t="t"/>
              <a:pathLst>
                <a:path extrusionOk="0" h="5954" w="14562">
                  <a:moveTo>
                    <a:pt x="1460" y="1"/>
                  </a:moveTo>
                  <a:cubicBezTo>
                    <a:pt x="656" y="1"/>
                    <a:pt x="1" y="656"/>
                    <a:pt x="1" y="1460"/>
                  </a:cubicBezTo>
                  <a:lnTo>
                    <a:pt x="1" y="5954"/>
                  </a:lnTo>
                  <a:lnTo>
                    <a:pt x="117" y="5954"/>
                  </a:lnTo>
                  <a:lnTo>
                    <a:pt x="117" y="1460"/>
                  </a:lnTo>
                  <a:cubicBezTo>
                    <a:pt x="117" y="720"/>
                    <a:pt x="720" y="128"/>
                    <a:pt x="1460" y="128"/>
                  </a:cubicBezTo>
                  <a:lnTo>
                    <a:pt x="13102" y="128"/>
                  </a:lnTo>
                  <a:cubicBezTo>
                    <a:pt x="13842" y="128"/>
                    <a:pt x="14435" y="730"/>
                    <a:pt x="14435" y="1460"/>
                  </a:cubicBezTo>
                  <a:lnTo>
                    <a:pt x="14435" y="4748"/>
                  </a:lnTo>
                  <a:lnTo>
                    <a:pt x="14562" y="4748"/>
                  </a:lnTo>
                  <a:lnTo>
                    <a:pt x="14562" y="1460"/>
                  </a:lnTo>
                  <a:cubicBezTo>
                    <a:pt x="14562" y="656"/>
                    <a:pt x="13906" y="1"/>
                    <a:pt x="13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7752810" y="3666929"/>
              <a:ext cx="40068" cy="40068"/>
            </a:xfrm>
            <a:custGeom>
              <a:rect b="b" l="l" r="r" t="t"/>
              <a:pathLst>
                <a:path extrusionOk="0" h="667" w="667">
                  <a:moveTo>
                    <a:pt x="329" y="1"/>
                  </a:moveTo>
                  <a:cubicBezTo>
                    <a:pt x="149" y="1"/>
                    <a:pt x="1" y="149"/>
                    <a:pt x="1" y="328"/>
                  </a:cubicBezTo>
                  <a:cubicBezTo>
                    <a:pt x="1" y="519"/>
                    <a:pt x="149" y="667"/>
                    <a:pt x="329" y="667"/>
                  </a:cubicBezTo>
                  <a:cubicBezTo>
                    <a:pt x="508" y="667"/>
                    <a:pt x="667" y="519"/>
                    <a:pt x="667" y="328"/>
                  </a:cubicBezTo>
                  <a:cubicBezTo>
                    <a:pt x="667" y="149"/>
                    <a:pt x="508" y="1"/>
                    <a:pt x="3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5816673" y="3748267"/>
              <a:ext cx="40068" cy="40068"/>
            </a:xfrm>
            <a:custGeom>
              <a:rect b="b" l="l" r="r" t="t"/>
              <a:pathLst>
                <a:path extrusionOk="0" h="667" w="667">
                  <a:moveTo>
                    <a:pt x="328" y="0"/>
                  </a:moveTo>
                  <a:cubicBezTo>
                    <a:pt x="148" y="0"/>
                    <a:pt x="0" y="148"/>
                    <a:pt x="0" y="328"/>
                  </a:cubicBezTo>
                  <a:cubicBezTo>
                    <a:pt x="0" y="508"/>
                    <a:pt x="148" y="666"/>
                    <a:pt x="328" y="666"/>
                  </a:cubicBezTo>
                  <a:cubicBezTo>
                    <a:pt x="518" y="666"/>
                    <a:pt x="666" y="508"/>
                    <a:pt x="666" y="328"/>
                  </a:cubicBezTo>
                  <a:cubicBezTo>
                    <a:pt x="666" y="148"/>
                    <a:pt x="518" y="0"/>
                    <a:pt x="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5832532" y="3696124"/>
              <a:ext cx="1943886" cy="283422"/>
            </a:xfrm>
            <a:custGeom>
              <a:rect b="b" l="l" r="r" t="t"/>
              <a:pathLst>
                <a:path extrusionOk="0" h="4718" w="32359">
                  <a:moveTo>
                    <a:pt x="32231" y="1"/>
                  </a:moveTo>
                  <a:lnTo>
                    <a:pt x="32231" y="3258"/>
                  </a:lnTo>
                  <a:cubicBezTo>
                    <a:pt x="32231" y="3998"/>
                    <a:pt x="31639" y="4590"/>
                    <a:pt x="30899" y="4590"/>
                  </a:cubicBezTo>
                  <a:lnTo>
                    <a:pt x="1460" y="4590"/>
                  </a:lnTo>
                  <a:cubicBezTo>
                    <a:pt x="730" y="4590"/>
                    <a:pt x="127" y="3987"/>
                    <a:pt x="127" y="3258"/>
                  </a:cubicBezTo>
                  <a:lnTo>
                    <a:pt x="127" y="1058"/>
                  </a:lnTo>
                  <a:lnTo>
                    <a:pt x="1" y="1058"/>
                  </a:lnTo>
                  <a:lnTo>
                    <a:pt x="1" y="3258"/>
                  </a:lnTo>
                  <a:cubicBezTo>
                    <a:pt x="1" y="4061"/>
                    <a:pt x="656" y="4717"/>
                    <a:pt x="1460" y="4717"/>
                  </a:cubicBezTo>
                  <a:lnTo>
                    <a:pt x="30899" y="4717"/>
                  </a:lnTo>
                  <a:cubicBezTo>
                    <a:pt x="31702" y="4717"/>
                    <a:pt x="32358" y="4061"/>
                    <a:pt x="32358" y="3258"/>
                  </a:cubicBezTo>
                  <a:lnTo>
                    <a:pt x="323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47"/>
          <p:cNvSpPr txBox="1"/>
          <p:nvPr/>
        </p:nvSpPr>
        <p:spPr>
          <a:xfrm>
            <a:off x="948225" y="2429300"/>
            <a:ext cx="33927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Documentation: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https://git-scm.com/docs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Sandbox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https://learngitbranching.js.org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8"/>
          <p:cNvSpPr/>
          <p:nvPr/>
        </p:nvSpPr>
        <p:spPr>
          <a:xfrm flipH="1">
            <a:off x="1070001" y="481050"/>
            <a:ext cx="2905800" cy="4181400"/>
          </a:xfrm>
          <a:prstGeom prst="roundRect">
            <a:avLst>
              <a:gd fmla="val 86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48"/>
          <p:cNvSpPr txBox="1"/>
          <p:nvPr>
            <p:ph type="title"/>
          </p:nvPr>
        </p:nvSpPr>
        <p:spPr>
          <a:xfrm>
            <a:off x="4760975" y="1587088"/>
            <a:ext cx="3555900" cy="9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045" name="Google Shape;1045;p48"/>
          <p:cNvGrpSpPr/>
          <p:nvPr/>
        </p:nvGrpSpPr>
        <p:grpSpPr>
          <a:xfrm>
            <a:off x="828217" y="1318567"/>
            <a:ext cx="3389368" cy="2506365"/>
            <a:chOff x="4556675" y="1428450"/>
            <a:chExt cx="1319950" cy="976075"/>
          </a:xfrm>
        </p:grpSpPr>
        <p:sp>
          <p:nvSpPr>
            <p:cNvPr id="1046" name="Google Shape;1046;p48"/>
            <p:cNvSpPr/>
            <p:nvPr/>
          </p:nvSpPr>
          <p:spPr>
            <a:xfrm>
              <a:off x="4928100" y="1428450"/>
              <a:ext cx="377000" cy="372175"/>
            </a:xfrm>
            <a:custGeom>
              <a:rect b="b" l="l" r="r" t="t"/>
              <a:pathLst>
                <a:path extrusionOk="0" h="14887" w="15080">
                  <a:moveTo>
                    <a:pt x="7542" y="4099"/>
                  </a:moveTo>
                  <a:cubicBezTo>
                    <a:pt x="7782" y="4099"/>
                    <a:pt x="8026" y="4125"/>
                    <a:pt x="8269" y="4180"/>
                  </a:cubicBezTo>
                  <a:cubicBezTo>
                    <a:pt x="10067" y="4581"/>
                    <a:pt x="11198" y="6379"/>
                    <a:pt x="10797" y="8177"/>
                  </a:cubicBezTo>
                  <a:cubicBezTo>
                    <a:pt x="10449" y="9729"/>
                    <a:pt x="9069" y="10785"/>
                    <a:pt x="7541" y="10785"/>
                  </a:cubicBezTo>
                  <a:cubicBezTo>
                    <a:pt x="7300" y="10785"/>
                    <a:pt x="7055" y="10759"/>
                    <a:pt x="6810" y="10704"/>
                  </a:cubicBezTo>
                  <a:cubicBezTo>
                    <a:pt x="5012" y="10302"/>
                    <a:pt x="3870" y="8515"/>
                    <a:pt x="4272" y="6717"/>
                  </a:cubicBezTo>
                  <a:cubicBezTo>
                    <a:pt x="4620" y="5163"/>
                    <a:pt x="6010" y="4099"/>
                    <a:pt x="7542" y="4099"/>
                  </a:cubicBezTo>
                  <a:close/>
                  <a:moveTo>
                    <a:pt x="8362" y="1"/>
                  </a:moveTo>
                  <a:cubicBezTo>
                    <a:pt x="7901" y="1"/>
                    <a:pt x="7480" y="318"/>
                    <a:pt x="7370" y="785"/>
                  </a:cubicBezTo>
                  <a:lnTo>
                    <a:pt x="7043" y="2255"/>
                  </a:lnTo>
                  <a:cubicBezTo>
                    <a:pt x="6821" y="2276"/>
                    <a:pt x="6598" y="2308"/>
                    <a:pt x="6387" y="2361"/>
                  </a:cubicBezTo>
                  <a:lnTo>
                    <a:pt x="5615" y="1071"/>
                  </a:lnTo>
                  <a:cubicBezTo>
                    <a:pt x="5426" y="756"/>
                    <a:pt x="5093" y="580"/>
                    <a:pt x="4752" y="580"/>
                  </a:cubicBezTo>
                  <a:cubicBezTo>
                    <a:pt x="4578" y="580"/>
                    <a:pt x="4401" y="625"/>
                    <a:pt x="4240" y="722"/>
                  </a:cubicBezTo>
                  <a:lnTo>
                    <a:pt x="3183" y="1356"/>
                  </a:lnTo>
                  <a:cubicBezTo>
                    <a:pt x="2707" y="1631"/>
                    <a:pt x="2549" y="2255"/>
                    <a:pt x="2834" y="2731"/>
                  </a:cubicBezTo>
                  <a:lnTo>
                    <a:pt x="3606" y="4021"/>
                  </a:lnTo>
                  <a:cubicBezTo>
                    <a:pt x="3405" y="4254"/>
                    <a:pt x="3225" y="4507"/>
                    <a:pt x="3056" y="4782"/>
                  </a:cubicBezTo>
                  <a:lnTo>
                    <a:pt x="1586" y="4454"/>
                  </a:lnTo>
                  <a:cubicBezTo>
                    <a:pt x="1510" y="4436"/>
                    <a:pt x="1433" y="4428"/>
                    <a:pt x="1358" y="4428"/>
                  </a:cubicBezTo>
                  <a:cubicBezTo>
                    <a:pt x="902" y="4428"/>
                    <a:pt x="491" y="4743"/>
                    <a:pt x="391" y="5205"/>
                  </a:cubicBezTo>
                  <a:lnTo>
                    <a:pt x="116" y="6411"/>
                  </a:lnTo>
                  <a:cubicBezTo>
                    <a:pt x="0" y="6950"/>
                    <a:pt x="338" y="7489"/>
                    <a:pt x="878" y="7606"/>
                  </a:cubicBezTo>
                  <a:lnTo>
                    <a:pt x="2358" y="7944"/>
                  </a:lnTo>
                  <a:cubicBezTo>
                    <a:pt x="2379" y="8251"/>
                    <a:pt x="2443" y="8557"/>
                    <a:pt x="2527" y="8864"/>
                  </a:cubicBezTo>
                  <a:lnTo>
                    <a:pt x="1269" y="9699"/>
                  </a:lnTo>
                  <a:cubicBezTo>
                    <a:pt x="814" y="10006"/>
                    <a:pt x="687" y="10630"/>
                    <a:pt x="994" y="11095"/>
                  </a:cubicBezTo>
                  <a:lnTo>
                    <a:pt x="1681" y="12110"/>
                  </a:lnTo>
                  <a:cubicBezTo>
                    <a:pt x="1873" y="12402"/>
                    <a:pt x="2190" y="12560"/>
                    <a:pt x="2514" y="12560"/>
                  </a:cubicBezTo>
                  <a:cubicBezTo>
                    <a:pt x="2707" y="12560"/>
                    <a:pt x="2903" y="12504"/>
                    <a:pt x="3077" y="12385"/>
                  </a:cubicBezTo>
                  <a:lnTo>
                    <a:pt x="4325" y="11550"/>
                  </a:lnTo>
                  <a:cubicBezTo>
                    <a:pt x="4505" y="11687"/>
                    <a:pt x="4685" y="11814"/>
                    <a:pt x="4875" y="11920"/>
                  </a:cubicBezTo>
                  <a:lnTo>
                    <a:pt x="4547" y="13400"/>
                  </a:lnTo>
                  <a:cubicBezTo>
                    <a:pt x="4420" y="13940"/>
                    <a:pt x="4769" y="14468"/>
                    <a:pt x="5308" y="14595"/>
                  </a:cubicBezTo>
                  <a:lnTo>
                    <a:pt x="6503" y="14860"/>
                  </a:lnTo>
                  <a:cubicBezTo>
                    <a:pt x="6580" y="14878"/>
                    <a:pt x="6657" y="14886"/>
                    <a:pt x="6732" y="14886"/>
                  </a:cubicBezTo>
                  <a:cubicBezTo>
                    <a:pt x="7188" y="14886"/>
                    <a:pt x="7600" y="14571"/>
                    <a:pt x="7709" y="14109"/>
                  </a:cubicBezTo>
                  <a:lnTo>
                    <a:pt x="8037" y="12628"/>
                  </a:lnTo>
                  <a:cubicBezTo>
                    <a:pt x="8259" y="12607"/>
                    <a:pt x="8481" y="12576"/>
                    <a:pt x="8692" y="12523"/>
                  </a:cubicBezTo>
                  <a:lnTo>
                    <a:pt x="9464" y="13823"/>
                  </a:lnTo>
                  <a:cubicBezTo>
                    <a:pt x="9653" y="14138"/>
                    <a:pt x="9986" y="14314"/>
                    <a:pt x="10328" y="14314"/>
                  </a:cubicBezTo>
                  <a:cubicBezTo>
                    <a:pt x="10502" y="14314"/>
                    <a:pt x="10678" y="14269"/>
                    <a:pt x="10839" y="14172"/>
                  </a:cubicBezTo>
                  <a:lnTo>
                    <a:pt x="11896" y="13538"/>
                  </a:lnTo>
                  <a:cubicBezTo>
                    <a:pt x="12372" y="13252"/>
                    <a:pt x="12531" y="12639"/>
                    <a:pt x="12245" y="12163"/>
                  </a:cubicBezTo>
                  <a:lnTo>
                    <a:pt x="11473" y="10862"/>
                  </a:lnTo>
                  <a:cubicBezTo>
                    <a:pt x="11674" y="10630"/>
                    <a:pt x="11854" y="10376"/>
                    <a:pt x="12013" y="10112"/>
                  </a:cubicBezTo>
                  <a:lnTo>
                    <a:pt x="13493" y="10440"/>
                  </a:lnTo>
                  <a:cubicBezTo>
                    <a:pt x="13568" y="10457"/>
                    <a:pt x="13643" y="10466"/>
                    <a:pt x="13716" y="10466"/>
                  </a:cubicBezTo>
                  <a:cubicBezTo>
                    <a:pt x="14172" y="10466"/>
                    <a:pt x="14579" y="10142"/>
                    <a:pt x="14688" y="9678"/>
                  </a:cubicBezTo>
                  <a:lnTo>
                    <a:pt x="14952" y="8483"/>
                  </a:lnTo>
                  <a:cubicBezTo>
                    <a:pt x="15079" y="7944"/>
                    <a:pt x="14741" y="7405"/>
                    <a:pt x="14201" y="7278"/>
                  </a:cubicBezTo>
                  <a:lnTo>
                    <a:pt x="12721" y="6950"/>
                  </a:lnTo>
                  <a:cubicBezTo>
                    <a:pt x="12700" y="6633"/>
                    <a:pt x="12636" y="6326"/>
                    <a:pt x="12552" y="6030"/>
                  </a:cubicBezTo>
                  <a:lnTo>
                    <a:pt x="13810" y="5195"/>
                  </a:lnTo>
                  <a:cubicBezTo>
                    <a:pt x="14265" y="4877"/>
                    <a:pt x="14392" y="4254"/>
                    <a:pt x="14085" y="3799"/>
                  </a:cubicBezTo>
                  <a:lnTo>
                    <a:pt x="13398" y="2773"/>
                  </a:lnTo>
                  <a:cubicBezTo>
                    <a:pt x="13205" y="2487"/>
                    <a:pt x="12886" y="2331"/>
                    <a:pt x="12560" y="2331"/>
                  </a:cubicBezTo>
                  <a:cubicBezTo>
                    <a:pt x="12368" y="2331"/>
                    <a:pt x="12174" y="2385"/>
                    <a:pt x="12002" y="2498"/>
                  </a:cubicBezTo>
                  <a:lnTo>
                    <a:pt x="10754" y="3344"/>
                  </a:lnTo>
                  <a:cubicBezTo>
                    <a:pt x="10574" y="3207"/>
                    <a:pt x="10395" y="3080"/>
                    <a:pt x="10204" y="2963"/>
                  </a:cubicBezTo>
                  <a:lnTo>
                    <a:pt x="10532" y="1494"/>
                  </a:lnTo>
                  <a:cubicBezTo>
                    <a:pt x="10659" y="954"/>
                    <a:pt x="10310" y="415"/>
                    <a:pt x="9771" y="299"/>
                  </a:cubicBezTo>
                  <a:lnTo>
                    <a:pt x="8576" y="24"/>
                  </a:lnTo>
                  <a:cubicBezTo>
                    <a:pt x="8504" y="8"/>
                    <a:pt x="8433" y="1"/>
                    <a:pt x="8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5257475" y="1981500"/>
              <a:ext cx="293725" cy="291425"/>
            </a:xfrm>
            <a:custGeom>
              <a:rect b="b" l="l" r="r" t="t"/>
              <a:pathLst>
                <a:path extrusionOk="0" h="11657" w="11749">
                  <a:moveTo>
                    <a:pt x="5879" y="3221"/>
                  </a:moveTo>
                  <a:cubicBezTo>
                    <a:pt x="6370" y="3221"/>
                    <a:pt x="6866" y="3360"/>
                    <a:pt x="7308" y="3650"/>
                  </a:cubicBezTo>
                  <a:cubicBezTo>
                    <a:pt x="8502" y="4443"/>
                    <a:pt x="8841" y="6061"/>
                    <a:pt x="8058" y="7256"/>
                  </a:cubicBezTo>
                  <a:cubicBezTo>
                    <a:pt x="7556" y="8020"/>
                    <a:pt x="6722" y="8436"/>
                    <a:pt x="5871" y="8436"/>
                  </a:cubicBezTo>
                  <a:cubicBezTo>
                    <a:pt x="5380" y="8436"/>
                    <a:pt x="4883" y="8297"/>
                    <a:pt x="4442" y="8007"/>
                  </a:cubicBezTo>
                  <a:cubicBezTo>
                    <a:pt x="3247" y="7214"/>
                    <a:pt x="2909" y="5596"/>
                    <a:pt x="3702" y="4401"/>
                  </a:cubicBezTo>
                  <a:cubicBezTo>
                    <a:pt x="4198" y="3637"/>
                    <a:pt x="5029" y="3221"/>
                    <a:pt x="5879" y="3221"/>
                  </a:cubicBezTo>
                  <a:close/>
                  <a:moveTo>
                    <a:pt x="5446" y="1"/>
                  </a:moveTo>
                  <a:cubicBezTo>
                    <a:pt x="5401" y="1"/>
                    <a:pt x="5355" y="5"/>
                    <a:pt x="5309" y="13"/>
                  </a:cubicBezTo>
                  <a:lnTo>
                    <a:pt x="4368" y="182"/>
                  </a:lnTo>
                  <a:cubicBezTo>
                    <a:pt x="3945" y="266"/>
                    <a:pt x="3659" y="668"/>
                    <a:pt x="3733" y="1091"/>
                  </a:cubicBezTo>
                  <a:lnTo>
                    <a:pt x="3945" y="2254"/>
                  </a:lnTo>
                  <a:cubicBezTo>
                    <a:pt x="3733" y="2371"/>
                    <a:pt x="3533" y="2498"/>
                    <a:pt x="3342" y="2656"/>
                  </a:cubicBezTo>
                  <a:lnTo>
                    <a:pt x="2359" y="2011"/>
                  </a:lnTo>
                  <a:cubicBezTo>
                    <a:pt x="2223" y="1922"/>
                    <a:pt x="2073" y="1880"/>
                    <a:pt x="1926" y="1880"/>
                  </a:cubicBezTo>
                  <a:cubicBezTo>
                    <a:pt x="1671" y="1880"/>
                    <a:pt x="1424" y="2006"/>
                    <a:pt x="1270" y="2233"/>
                  </a:cubicBezTo>
                  <a:lnTo>
                    <a:pt x="741" y="3037"/>
                  </a:lnTo>
                  <a:cubicBezTo>
                    <a:pt x="508" y="3396"/>
                    <a:pt x="603" y="3883"/>
                    <a:pt x="974" y="4115"/>
                  </a:cubicBezTo>
                  <a:lnTo>
                    <a:pt x="1957" y="4761"/>
                  </a:lnTo>
                  <a:cubicBezTo>
                    <a:pt x="1894" y="5004"/>
                    <a:pt x="1841" y="5236"/>
                    <a:pt x="1830" y="5480"/>
                  </a:cubicBezTo>
                  <a:lnTo>
                    <a:pt x="677" y="5755"/>
                  </a:lnTo>
                  <a:cubicBezTo>
                    <a:pt x="255" y="5850"/>
                    <a:pt x="1" y="6273"/>
                    <a:pt x="96" y="6696"/>
                  </a:cubicBezTo>
                  <a:lnTo>
                    <a:pt x="318" y="7626"/>
                  </a:lnTo>
                  <a:cubicBezTo>
                    <a:pt x="400" y="7989"/>
                    <a:pt x="723" y="8228"/>
                    <a:pt x="1080" y="8228"/>
                  </a:cubicBezTo>
                  <a:cubicBezTo>
                    <a:pt x="1139" y="8228"/>
                    <a:pt x="1199" y="8221"/>
                    <a:pt x="1259" y="8208"/>
                  </a:cubicBezTo>
                  <a:lnTo>
                    <a:pt x="2401" y="7943"/>
                  </a:lnTo>
                  <a:cubicBezTo>
                    <a:pt x="2496" y="8081"/>
                    <a:pt x="2591" y="8229"/>
                    <a:pt x="2697" y="8366"/>
                  </a:cubicBezTo>
                  <a:lnTo>
                    <a:pt x="2052" y="9350"/>
                  </a:lnTo>
                  <a:cubicBezTo>
                    <a:pt x="1820" y="9709"/>
                    <a:pt x="1915" y="10196"/>
                    <a:pt x="2274" y="10428"/>
                  </a:cubicBezTo>
                  <a:lnTo>
                    <a:pt x="3078" y="10957"/>
                  </a:lnTo>
                  <a:cubicBezTo>
                    <a:pt x="3210" y="11043"/>
                    <a:pt x="3360" y="11084"/>
                    <a:pt x="3508" y="11084"/>
                  </a:cubicBezTo>
                  <a:cubicBezTo>
                    <a:pt x="3762" y="11084"/>
                    <a:pt x="4013" y="10962"/>
                    <a:pt x="4167" y="10735"/>
                  </a:cubicBezTo>
                  <a:lnTo>
                    <a:pt x="4812" y="9752"/>
                  </a:lnTo>
                  <a:cubicBezTo>
                    <a:pt x="4981" y="9794"/>
                    <a:pt x="5150" y="9826"/>
                    <a:pt x="5320" y="9847"/>
                  </a:cubicBezTo>
                  <a:lnTo>
                    <a:pt x="5521" y="11010"/>
                  </a:lnTo>
                  <a:cubicBezTo>
                    <a:pt x="5596" y="11388"/>
                    <a:pt x="5925" y="11656"/>
                    <a:pt x="6303" y="11656"/>
                  </a:cubicBezTo>
                  <a:cubicBezTo>
                    <a:pt x="6349" y="11656"/>
                    <a:pt x="6394" y="11652"/>
                    <a:pt x="6440" y="11644"/>
                  </a:cubicBezTo>
                  <a:lnTo>
                    <a:pt x="7382" y="11465"/>
                  </a:lnTo>
                  <a:cubicBezTo>
                    <a:pt x="7805" y="11391"/>
                    <a:pt x="8090" y="10989"/>
                    <a:pt x="8016" y="10555"/>
                  </a:cubicBezTo>
                  <a:lnTo>
                    <a:pt x="7805" y="9403"/>
                  </a:lnTo>
                  <a:cubicBezTo>
                    <a:pt x="8016" y="9286"/>
                    <a:pt x="8217" y="9159"/>
                    <a:pt x="8407" y="9001"/>
                  </a:cubicBezTo>
                  <a:lnTo>
                    <a:pt x="9391" y="9646"/>
                  </a:lnTo>
                  <a:cubicBezTo>
                    <a:pt x="9523" y="9731"/>
                    <a:pt x="9672" y="9773"/>
                    <a:pt x="9821" y="9773"/>
                  </a:cubicBezTo>
                  <a:cubicBezTo>
                    <a:pt x="10075" y="9773"/>
                    <a:pt x="10326" y="9651"/>
                    <a:pt x="10480" y="9424"/>
                  </a:cubicBezTo>
                  <a:lnTo>
                    <a:pt x="11009" y="8620"/>
                  </a:lnTo>
                  <a:cubicBezTo>
                    <a:pt x="11241" y="8261"/>
                    <a:pt x="11135" y="7774"/>
                    <a:pt x="10776" y="7542"/>
                  </a:cubicBezTo>
                  <a:lnTo>
                    <a:pt x="9793" y="6897"/>
                  </a:lnTo>
                  <a:cubicBezTo>
                    <a:pt x="9856" y="6653"/>
                    <a:pt x="9898" y="6410"/>
                    <a:pt x="9919" y="6177"/>
                  </a:cubicBezTo>
                  <a:lnTo>
                    <a:pt x="11072" y="5903"/>
                  </a:lnTo>
                  <a:cubicBezTo>
                    <a:pt x="11484" y="5807"/>
                    <a:pt x="11749" y="5384"/>
                    <a:pt x="11654" y="4961"/>
                  </a:cubicBezTo>
                  <a:lnTo>
                    <a:pt x="11432" y="4031"/>
                  </a:lnTo>
                  <a:cubicBezTo>
                    <a:pt x="11350" y="3668"/>
                    <a:pt x="11027" y="3429"/>
                    <a:pt x="10669" y="3429"/>
                  </a:cubicBezTo>
                  <a:cubicBezTo>
                    <a:pt x="10610" y="3429"/>
                    <a:pt x="10550" y="3436"/>
                    <a:pt x="10490" y="3449"/>
                  </a:cubicBezTo>
                  <a:lnTo>
                    <a:pt x="9348" y="3714"/>
                  </a:lnTo>
                  <a:cubicBezTo>
                    <a:pt x="9253" y="3566"/>
                    <a:pt x="9158" y="3428"/>
                    <a:pt x="9052" y="3291"/>
                  </a:cubicBezTo>
                  <a:lnTo>
                    <a:pt x="9697" y="2307"/>
                  </a:lnTo>
                  <a:cubicBezTo>
                    <a:pt x="9930" y="1948"/>
                    <a:pt x="9824" y="1461"/>
                    <a:pt x="9465" y="1229"/>
                  </a:cubicBezTo>
                  <a:lnTo>
                    <a:pt x="8672" y="700"/>
                  </a:lnTo>
                  <a:cubicBezTo>
                    <a:pt x="8535" y="614"/>
                    <a:pt x="8385" y="573"/>
                    <a:pt x="8237" y="573"/>
                  </a:cubicBezTo>
                  <a:cubicBezTo>
                    <a:pt x="7983" y="573"/>
                    <a:pt x="7736" y="695"/>
                    <a:pt x="7583" y="922"/>
                  </a:cubicBezTo>
                  <a:lnTo>
                    <a:pt x="6937" y="1905"/>
                  </a:lnTo>
                  <a:cubicBezTo>
                    <a:pt x="6768" y="1863"/>
                    <a:pt x="6599" y="1831"/>
                    <a:pt x="6430" y="1800"/>
                  </a:cubicBezTo>
                  <a:lnTo>
                    <a:pt x="6218" y="647"/>
                  </a:lnTo>
                  <a:cubicBezTo>
                    <a:pt x="6152" y="269"/>
                    <a:pt x="5824" y="1"/>
                    <a:pt x="5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4660025" y="1623875"/>
              <a:ext cx="1180125" cy="553850"/>
            </a:xfrm>
            <a:custGeom>
              <a:rect b="b" l="l" r="r" t="t"/>
              <a:pathLst>
                <a:path extrusionOk="0" h="22154" w="47205">
                  <a:moveTo>
                    <a:pt x="11083" y="4399"/>
                  </a:moveTo>
                  <a:cubicBezTo>
                    <a:pt x="12574" y="4399"/>
                    <a:pt x="14001" y="4896"/>
                    <a:pt x="15164" y="5795"/>
                  </a:cubicBezTo>
                  <a:lnTo>
                    <a:pt x="18358" y="8967"/>
                  </a:lnTo>
                  <a:lnTo>
                    <a:pt x="20430" y="11040"/>
                  </a:lnTo>
                  <a:lnTo>
                    <a:pt x="16761" y="14688"/>
                  </a:lnTo>
                  <a:lnTo>
                    <a:pt x="15111" y="16327"/>
                  </a:lnTo>
                  <a:lnTo>
                    <a:pt x="15101" y="16337"/>
                  </a:lnTo>
                  <a:cubicBezTo>
                    <a:pt x="13790" y="17321"/>
                    <a:pt x="12552" y="17754"/>
                    <a:pt x="11083" y="17754"/>
                  </a:cubicBezTo>
                  <a:cubicBezTo>
                    <a:pt x="9222" y="17754"/>
                    <a:pt x="7530" y="16993"/>
                    <a:pt x="6314" y="15756"/>
                  </a:cubicBezTo>
                  <a:cubicBezTo>
                    <a:pt x="6261" y="15692"/>
                    <a:pt x="6197" y="15629"/>
                    <a:pt x="6144" y="15565"/>
                  </a:cubicBezTo>
                  <a:cubicBezTo>
                    <a:pt x="5098" y="14423"/>
                    <a:pt x="4442" y="12911"/>
                    <a:pt x="4400" y="11251"/>
                  </a:cubicBezTo>
                  <a:cubicBezTo>
                    <a:pt x="4400" y="11198"/>
                    <a:pt x="4400" y="11135"/>
                    <a:pt x="4400" y="11082"/>
                  </a:cubicBezTo>
                  <a:cubicBezTo>
                    <a:pt x="4400" y="10966"/>
                    <a:pt x="4410" y="10849"/>
                    <a:pt x="4410" y="10733"/>
                  </a:cubicBezTo>
                  <a:cubicBezTo>
                    <a:pt x="4484" y="9242"/>
                    <a:pt x="5055" y="7878"/>
                    <a:pt x="5954" y="6799"/>
                  </a:cubicBezTo>
                  <a:cubicBezTo>
                    <a:pt x="6081" y="6651"/>
                    <a:pt x="6208" y="6514"/>
                    <a:pt x="6335" y="6376"/>
                  </a:cubicBezTo>
                  <a:cubicBezTo>
                    <a:pt x="7551" y="5160"/>
                    <a:pt x="9222" y="4399"/>
                    <a:pt x="11083" y="4399"/>
                  </a:cubicBezTo>
                  <a:close/>
                  <a:moveTo>
                    <a:pt x="36133" y="4399"/>
                  </a:moveTo>
                  <a:cubicBezTo>
                    <a:pt x="38058" y="4399"/>
                    <a:pt x="39676" y="5160"/>
                    <a:pt x="40881" y="6387"/>
                  </a:cubicBezTo>
                  <a:cubicBezTo>
                    <a:pt x="42076" y="7592"/>
                    <a:pt x="42806" y="9253"/>
                    <a:pt x="42806" y="11082"/>
                  </a:cubicBezTo>
                  <a:cubicBezTo>
                    <a:pt x="42806" y="12901"/>
                    <a:pt x="42065" y="14571"/>
                    <a:pt x="40871" y="15787"/>
                  </a:cubicBezTo>
                  <a:lnTo>
                    <a:pt x="40860" y="15787"/>
                  </a:lnTo>
                  <a:cubicBezTo>
                    <a:pt x="39654" y="17004"/>
                    <a:pt x="37984" y="17754"/>
                    <a:pt x="36133" y="17754"/>
                  </a:cubicBezTo>
                  <a:cubicBezTo>
                    <a:pt x="34611" y="17754"/>
                    <a:pt x="33141" y="17236"/>
                    <a:pt x="31967" y="16295"/>
                  </a:cubicBezTo>
                  <a:lnTo>
                    <a:pt x="30349" y="14688"/>
                  </a:lnTo>
                  <a:lnTo>
                    <a:pt x="26669" y="11040"/>
                  </a:lnTo>
                  <a:lnTo>
                    <a:pt x="28784" y="8935"/>
                  </a:lnTo>
                  <a:lnTo>
                    <a:pt x="30666" y="7064"/>
                  </a:lnTo>
                  <a:cubicBezTo>
                    <a:pt x="30825" y="6958"/>
                    <a:pt x="30973" y="6831"/>
                    <a:pt x="31100" y="6683"/>
                  </a:cubicBezTo>
                  <a:cubicBezTo>
                    <a:pt x="32369" y="5234"/>
                    <a:pt x="34209" y="4399"/>
                    <a:pt x="36133" y="4399"/>
                  </a:cubicBezTo>
                  <a:close/>
                  <a:moveTo>
                    <a:pt x="11083" y="0"/>
                  </a:moveTo>
                  <a:cubicBezTo>
                    <a:pt x="7509" y="0"/>
                    <a:pt x="4315" y="1703"/>
                    <a:pt x="2295" y="4336"/>
                  </a:cubicBezTo>
                  <a:cubicBezTo>
                    <a:pt x="857" y="6207"/>
                    <a:pt x="1" y="8544"/>
                    <a:pt x="1" y="11082"/>
                  </a:cubicBezTo>
                  <a:cubicBezTo>
                    <a:pt x="1" y="14000"/>
                    <a:pt x="1143" y="16665"/>
                    <a:pt x="2993" y="18643"/>
                  </a:cubicBezTo>
                  <a:cubicBezTo>
                    <a:pt x="5024" y="20800"/>
                    <a:pt x="7900" y="22153"/>
                    <a:pt x="11083" y="22153"/>
                  </a:cubicBezTo>
                  <a:cubicBezTo>
                    <a:pt x="13430" y="22153"/>
                    <a:pt x="15556" y="21445"/>
                    <a:pt x="17565" y="19975"/>
                  </a:cubicBezTo>
                  <a:cubicBezTo>
                    <a:pt x="17734" y="19880"/>
                    <a:pt x="17893" y="19763"/>
                    <a:pt x="18030" y="19626"/>
                  </a:cubicBezTo>
                  <a:lnTo>
                    <a:pt x="19859" y="17818"/>
                  </a:lnTo>
                  <a:lnTo>
                    <a:pt x="23550" y="14138"/>
                  </a:lnTo>
                  <a:lnTo>
                    <a:pt x="27272" y="17839"/>
                  </a:lnTo>
                  <a:lnTo>
                    <a:pt x="28636" y="19192"/>
                  </a:lnTo>
                  <a:cubicBezTo>
                    <a:pt x="28721" y="19298"/>
                    <a:pt x="28816" y="19393"/>
                    <a:pt x="28922" y="19488"/>
                  </a:cubicBezTo>
                  <a:cubicBezTo>
                    <a:pt x="28964" y="19520"/>
                    <a:pt x="29006" y="19563"/>
                    <a:pt x="29059" y="19594"/>
                  </a:cubicBezTo>
                  <a:cubicBezTo>
                    <a:pt x="29080" y="19626"/>
                    <a:pt x="29112" y="19647"/>
                    <a:pt x="29144" y="19668"/>
                  </a:cubicBezTo>
                  <a:cubicBezTo>
                    <a:pt x="31110" y="21276"/>
                    <a:pt x="33585" y="22153"/>
                    <a:pt x="36133" y="22153"/>
                  </a:cubicBezTo>
                  <a:cubicBezTo>
                    <a:pt x="39316" y="22153"/>
                    <a:pt x="42192" y="20800"/>
                    <a:pt x="44212" y="18643"/>
                  </a:cubicBezTo>
                  <a:cubicBezTo>
                    <a:pt x="46073" y="16665"/>
                    <a:pt x="47205" y="14000"/>
                    <a:pt x="47205" y="11082"/>
                  </a:cubicBezTo>
                  <a:cubicBezTo>
                    <a:pt x="47205" y="8534"/>
                    <a:pt x="46348" y="6186"/>
                    <a:pt x="44899" y="4314"/>
                  </a:cubicBezTo>
                  <a:cubicBezTo>
                    <a:pt x="42869" y="1692"/>
                    <a:pt x="39697" y="0"/>
                    <a:pt x="36133" y="0"/>
                  </a:cubicBezTo>
                  <a:cubicBezTo>
                    <a:pt x="34949" y="0"/>
                    <a:pt x="33786" y="190"/>
                    <a:pt x="32686" y="550"/>
                  </a:cubicBezTo>
                  <a:cubicBezTo>
                    <a:pt x="32443" y="582"/>
                    <a:pt x="31629" y="857"/>
                    <a:pt x="30825" y="1290"/>
                  </a:cubicBezTo>
                  <a:cubicBezTo>
                    <a:pt x="30053" y="1692"/>
                    <a:pt x="29281" y="2231"/>
                    <a:pt x="28932" y="2580"/>
                  </a:cubicBezTo>
                  <a:lnTo>
                    <a:pt x="25495" y="5996"/>
                  </a:lnTo>
                  <a:lnTo>
                    <a:pt x="23550" y="7931"/>
                  </a:lnTo>
                  <a:lnTo>
                    <a:pt x="21604" y="5996"/>
                  </a:lnTo>
                  <a:lnTo>
                    <a:pt x="19553" y="3955"/>
                  </a:lnTo>
                  <a:cubicBezTo>
                    <a:pt x="19521" y="3902"/>
                    <a:pt x="19479" y="3849"/>
                    <a:pt x="19426" y="3796"/>
                  </a:cubicBezTo>
                  <a:cubicBezTo>
                    <a:pt x="18992" y="3299"/>
                    <a:pt x="18527" y="2855"/>
                    <a:pt x="18019" y="2443"/>
                  </a:cubicBezTo>
                  <a:cubicBezTo>
                    <a:pt x="18009" y="2432"/>
                    <a:pt x="17988" y="2422"/>
                    <a:pt x="17977" y="2411"/>
                  </a:cubicBezTo>
                  <a:cubicBezTo>
                    <a:pt x="16031" y="867"/>
                    <a:pt x="13610" y="0"/>
                    <a:pt x="1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4660025" y="1695800"/>
              <a:ext cx="185350" cy="421475"/>
            </a:xfrm>
            <a:custGeom>
              <a:rect b="b" l="l" r="r" t="t"/>
              <a:pathLst>
                <a:path extrusionOk="0" h="16859" w="7414">
                  <a:moveTo>
                    <a:pt x="5409" y="1"/>
                  </a:moveTo>
                  <a:cubicBezTo>
                    <a:pt x="5063" y="1"/>
                    <a:pt x="4721" y="149"/>
                    <a:pt x="4484" y="433"/>
                  </a:cubicBezTo>
                  <a:cubicBezTo>
                    <a:pt x="4283" y="665"/>
                    <a:pt x="4199" y="962"/>
                    <a:pt x="4209" y="1258"/>
                  </a:cubicBezTo>
                  <a:cubicBezTo>
                    <a:pt x="4199" y="1300"/>
                    <a:pt x="4199" y="1363"/>
                    <a:pt x="4199" y="1374"/>
                  </a:cubicBezTo>
                  <a:cubicBezTo>
                    <a:pt x="4178" y="1448"/>
                    <a:pt x="4167" y="1522"/>
                    <a:pt x="4135" y="1585"/>
                  </a:cubicBezTo>
                  <a:cubicBezTo>
                    <a:pt x="4082" y="1723"/>
                    <a:pt x="3998" y="1850"/>
                    <a:pt x="3903" y="1956"/>
                  </a:cubicBezTo>
                  <a:cubicBezTo>
                    <a:pt x="3723" y="2135"/>
                    <a:pt x="3575" y="2146"/>
                    <a:pt x="3332" y="2167"/>
                  </a:cubicBezTo>
                  <a:lnTo>
                    <a:pt x="2295" y="1459"/>
                  </a:lnTo>
                  <a:cubicBezTo>
                    <a:pt x="857" y="3330"/>
                    <a:pt x="1" y="5667"/>
                    <a:pt x="1" y="8205"/>
                  </a:cubicBezTo>
                  <a:cubicBezTo>
                    <a:pt x="1" y="11123"/>
                    <a:pt x="1143" y="13788"/>
                    <a:pt x="2993" y="15766"/>
                  </a:cubicBezTo>
                  <a:lnTo>
                    <a:pt x="3924" y="14867"/>
                  </a:lnTo>
                  <a:cubicBezTo>
                    <a:pt x="3952" y="14867"/>
                    <a:pt x="3979" y="14867"/>
                    <a:pt x="4005" y="14867"/>
                  </a:cubicBezTo>
                  <a:cubicBezTo>
                    <a:pt x="4213" y="14867"/>
                    <a:pt x="4357" y="14875"/>
                    <a:pt x="4527" y="15025"/>
                  </a:cubicBezTo>
                  <a:cubicBezTo>
                    <a:pt x="4643" y="15131"/>
                    <a:pt x="4727" y="15247"/>
                    <a:pt x="4791" y="15374"/>
                  </a:cubicBezTo>
                  <a:cubicBezTo>
                    <a:pt x="4823" y="15438"/>
                    <a:pt x="4854" y="15512"/>
                    <a:pt x="4865" y="15575"/>
                  </a:cubicBezTo>
                  <a:cubicBezTo>
                    <a:pt x="4876" y="15596"/>
                    <a:pt x="4876" y="15660"/>
                    <a:pt x="4886" y="15702"/>
                  </a:cubicBezTo>
                  <a:cubicBezTo>
                    <a:pt x="4897" y="15988"/>
                    <a:pt x="5013" y="16273"/>
                    <a:pt x="5235" y="16495"/>
                  </a:cubicBezTo>
                  <a:cubicBezTo>
                    <a:pt x="5472" y="16737"/>
                    <a:pt x="5785" y="16859"/>
                    <a:pt x="6098" y="16859"/>
                  </a:cubicBezTo>
                  <a:cubicBezTo>
                    <a:pt x="6401" y="16859"/>
                    <a:pt x="6704" y="16745"/>
                    <a:pt x="6938" y="16516"/>
                  </a:cubicBezTo>
                  <a:cubicBezTo>
                    <a:pt x="7413" y="16051"/>
                    <a:pt x="7413" y="15290"/>
                    <a:pt x="6948" y="14814"/>
                  </a:cubicBezTo>
                  <a:lnTo>
                    <a:pt x="6959" y="14814"/>
                  </a:lnTo>
                  <a:cubicBezTo>
                    <a:pt x="6726" y="14581"/>
                    <a:pt x="6430" y="14465"/>
                    <a:pt x="6134" y="14454"/>
                  </a:cubicBezTo>
                  <a:cubicBezTo>
                    <a:pt x="6092" y="14444"/>
                    <a:pt x="6049" y="14444"/>
                    <a:pt x="6039" y="14433"/>
                  </a:cubicBezTo>
                  <a:cubicBezTo>
                    <a:pt x="5965" y="14423"/>
                    <a:pt x="5901" y="14391"/>
                    <a:pt x="5838" y="14359"/>
                  </a:cubicBezTo>
                  <a:cubicBezTo>
                    <a:pt x="5711" y="14285"/>
                    <a:pt x="5584" y="14201"/>
                    <a:pt x="5499" y="14084"/>
                  </a:cubicBezTo>
                  <a:cubicBezTo>
                    <a:pt x="5330" y="13883"/>
                    <a:pt x="5341" y="13735"/>
                    <a:pt x="5341" y="13471"/>
                  </a:cubicBezTo>
                  <a:lnTo>
                    <a:pt x="6144" y="12688"/>
                  </a:lnTo>
                  <a:cubicBezTo>
                    <a:pt x="5098" y="11546"/>
                    <a:pt x="4442" y="10034"/>
                    <a:pt x="4400" y="8374"/>
                  </a:cubicBezTo>
                  <a:cubicBezTo>
                    <a:pt x="4400" y="8321"/>
                    <a:pt x="4400" y="8258"/>
                    <a:pt x="4400" y="8205"/>
                  </a:cubicBezTo>
                  <a:cubicBezTo>
                    <a:pt x="4400" y="8089"/>
                    <a:pt x="4400" y="7972"/>
                    <a:pt x="4410" y="7856"/>
                  </a:cubicBezTo>
                  <a:cubicBezTo>
                    <a:pt x="4484" y="6365"/>
                    <a:pt x="5055" y="5001"/>
                    <a:pt x="5954" y="3922"/>
                  </a:cubicBezTo>
                  <a:lnTo>
                    <a:pt x="4812" y="3161"/>
                  </a:lnTo>
                  <a:cubicBezTo>
                    <a:pt x="4823" y="3045"/>
                    <a:pt x="4844" y="2939"/>
                    <a:pt x="4939" y="2812"/>
                  </a:cubicBezTo>
                  <a:cubicBezTo>
                    <a:pt x="5024" y="2696"/>
                    <a:pt x="5129" y="2601"/>
                    <a:pt x="5256" y="2516"/>
                  </a:cubicBezTo>
                  <a:cubicBezTo>
                    <a:pt x="5320" y="2484"/>
                    <a:pt x="5383" y="2453"/>
                    <a:pt x="5447" y="2421"/>
                  </a:cubicBezTo>
                  <a:cubicBezTo>
                    <a:pt x="5457" y="2421"/>
                    <a:pt x="5499" y="2410"/>
                    <a:pt x="5542" y="2400"/>
                  </a:cubicBezTo>
                  <a:cubicBezTo>
                    <a:pt x="5838" y="2368"/>
                    <a:pt x="6123" y="2220"/>
                    <a:pt x="6335" y="1977"/>
                  </a:cubicBezTo>
                  <a:cubicBezTo>
                    <a:pt x="6758" y="1469"/>
                    <a:pt x="6694" y="708"/>
                    <a:pt x="6187" y="285"/>
                  </a:cubicBezTo>
                  <a:cubicBezTo>
                    <a:pt x="5958" y="93"/>
                    <a:pt x="5682" y="1"/>
                    <a:pt x="54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5654800" y="1695800"/>
              <a:ext cx="185350" cy="421525"/>
            </a:xfrm>
            <a:custGeom>
              <a:rect b="b" l="l" r="r" t="t"/>
              <a:pathLst>
                <a:path extrusionOk="0" h="16861" w="7414">
                  <a:moveTo>
                    <a:pt x="2007" y="1"/>
                  </a:moveTo>
                  <a:cubicBezTo>
                    <a:pt x="1736" y="1"/>
                    <a:pt x="1462" y="93"/>
                    <a:pt x="1238" y="285"/>
                  </a:cubicBezTo>
                  <a:cubicBezTo>
                    <a:pt x="731" y="708"/>
                    <a:pt x="657" y="1469"/>
                    <a:pt x="1090" y="1977"/>
                  </a:cubicBezTo>
                  <a:cubicBezTo>
                    <a:pt x="1291" y="2220"/>
                    <a:pt x="1577" y="2368"/>
                    <a:pt x="1873" y="2400"/>
                  </a:cubicBezTo>
                  <a:cubicBezTo>
                    <a:pt x="1915" y="2410"/>
                    <a:pt x="1957" y="2421"/>
                    <a:pt x="1968" y="2421"/>
                  </a:cubicBezTo>
                  <a:cubicBezTo>
                    <a:pt x="2042" y="2453"/>
                    <a:pt x="2105" y="2484"/>
                    <a:pt x="2169" y="2527"/>
                  </a:cubicBezTo>
                  <a:cubicBezTo>
                    <a:pt x="2285" y="2601"/>
                    <a:pt x="2401" y="2696"/>
                    <a:pt x="2486" y="2823"/>
                  </a:cubicBezTo>
                  <a:cubicBezTo>
                    <a:pt x="2570" y="2939"/>
                    <a:pt x="2602" y="3045"/>
                    <a:pt x="2602" y="3161"/>
                  </a:cubicBezTo>
                  <a:lnTo>
                    <a:pt x="1460" y="3933"/>
                  </a:lnTo>
                  <a:cubicBezTo>
                    <a:pt x="2370" y="5011"/>
                    <a:pt x="2930" y="6365"/>
                    <a:pt x="3004" y="7867"/>
                  </a:cubicBezTo>
                  <a:cubicBezTo>
                    <a:pt x="3015" y="7972"/>
                    <a:pt x="3015" y="8089"/>
                    <a:pt x="3015" y="8205"/>
                  </a:cubicBezTo>
                  <a:cubicBezTo>
                    <a:pt x="3015" y="8258"/>
                    <a:pt x="3015" y="8321"/>
                    <a:pt x="3015" y="8374"/>
                  </a:cubicBezTo>
                  <a:cubicBezTo>
                    <a:pt x="2972" y="10034"/>
                    <a:pt x="2327" y="11546"/>
                    <a:pt x="1280" y="12688"/>
                  </a:cubicBezTo>
                  <a:lnTo>
                    <a:pt x="2084" y="13471"/>
                  </a:lnTo>
                  <a:cubicBezTo>
                    <a:pt x="2084" y="13735"/>
                    <a:pt x="2095" y="13883"/>
                    <a:pt x="1925" y="14084"/>
                  </a:cubicBezTo>
                  <a:cubicBezTo>
                    <a:pt x="1830" y="14201"/>
                    <a:pt x="1714" y="14296"/>
                    <a:pt x="1587" y="14359"/>
                  </a:cubicBezTo>
                  <a:cubicBezTo>
                    <a:pt x="1524" y="14391"/>
                    <a:pt x="1450" y="14423"/>
                    <a:pt x="1386" y="14433"/>
                  </a:cubicBezTo>
                  <a:cubicBezTo>
                    <a:pt x="1365" y="14444"/>
                    <a:pt x="1323" y="14444"/>
                    <a:pt x="1280" y="14454"/>
                  </a:cubicBezTo>
                  <a:cubicBezTo>
                    <a:pt x="984" y="14465"/>
                    <a:pt x="688" y="14581"/>
                    <a:pt x="466" y="14814"/>
                  </a:cubicBezTo>
                  <a:cubicBezTo>
                    <a:pt x="1" y="15290"/>
                    <a:pt x="12" y="16051"/>
                    <a:pt x="477" y="16516"/>
                  </a:cubicBezTo>
                  <a:cubicBezTo>
                    <a:pt x="712" y="16746"/>
                    <a:pt x="1017" y="16860"/>
                    <a:pt x="1323" y="16860"/>
                  </a:cubicBezTo>
                  <a:cubicBezTo>
                    <a:pt x="1636" y="16860"/>
                    <a:pt x="1949" y="16741"/>
                    <a:pt x="2190" y="16506"/>
                  </a:cubicBezTo>
                  <a:cubicBezTo>
                    <a:pt x="2401" y="16273"/>
                    <a:pt x="2518" y="15988"/>
                    <a:pt x="2528" y="15702"/>
                  </a:cubicBezTo>
                  <a:cubicBezTo>
                    <a:pt x="2539" y="15660"/>
                    <a:pt x="2539" y="15596"/>
                    <a:pt x="2549" y="15575"/>
                  </a:cubicBezTo>
                  <a:cubicBezTo>
                    <a:pt x="2570" y="15512"/>
                    <a:pt x="2592" y="15438"/>
                    <a:pt x="2623" y="15374"/>
                  </a:cubicBezTo>
                  <a:cubicBezTo>
                    <a:pt x="2687" y="15247"/>
                    <a:pt x="2782" y="15131"/>
                    <a:pt x="2888" y="15036"/>
                  </a:cubicBezTo>
                  <a:cubicBezTo>
                    <a:pt x="3058" y="14875"/>
                    <a:pt x="3203" y="14867"/>
                    <a:pt x="3421" y="14867"/>
                  </a:cubicBezTo>
                  <a:cubicBezTo>
                    <a:pt x="3447" y="14867"/>
                    <a:pt x="3473" y="14867"/>
                    <a:pt x="3501" y="14867"/>
                  </a:cubicBezTo>
                  <a:lnTo>
                    <a:pt x="4421" y="15766"/>
                  </a:lnTo>
                  <a:cubicBezTo>
                    <a:pt x="6272" y="13788"/>
                    <a:pt x="7414" y="11123"/>
                    <a:pt x="7414" y="8205"/>
                  </a:cubicBezTo>
                  <a:cubicBezTo>
                    <a:pt x="7414" y="5667"/>
                    <a:pt x="6557" y="3330"/>
                    <a:pt x="5129" y="1459"/>
                  </a:cubicBezTo>
                  <a:lnTo>
                    <a:pt x="4083" y="2167"/>
                  </a:lnTo>
                  <a:cubicBezTo>
                    <a:pt x="3839" y="2146"/>
                    <a:pt x="3691" y="2135"/>
                    <a:pt x="3522" y="1956"/>
                  </a:cubicBezTo>
                  <a:cubicBezTo>
                    <a:pt x="3416" y="1850"/>
                    <a:pt x="3332" y="1723"/>
                    <a:pt x="3279" y="1585"/>
                  </a:cubicBezTo>
                  <a:cubicBezTo>
                    <a:pt x="3258" y="1522"/>
                    <a:pt x="3237" y="1448"/>
                    <a:pt x="3226" y="1385"/>
                  </a:cubicBezTo>
                  <a:cubicBezTo>
                    <a:pt x="3216" y="1363"/>
                    <a:pt x="3216" y="1300"/>
                    <a:pt x="3216" y="1258"/>
                  </a:cubicBezTo>
                  <a:cubicBezTo>
                    <a:pt x="3226" y="972"/>
                    <a:pt x="3131" y="676"/>
                    <a:pt x="2930" y="433"/>
                  </a:cubicBezTo>
                  <a:cubicBezTo>
                    <a:pt x="2694" y="149"/>
                    <a:pt x="2352" y="1"/>
                    <a:pt x="2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5089875" y="1744175"/>
              <a:ext cx="359550" cy="352375"/>
            </a:xfrm>
            <a:custGeom>
              <a:rect b="b" l="l" r="r" t="t"/>
              <a:pathLst>
                <a:path extrusionOk="0" h="14095" w="14382">
                  <a:moveTo>
                    <a:pt x="1327" y="0"/>
                  </a:moveTo>
                  <a:cubicBezTo>
                    <a:pt x="1031" y="0"/>
                    <a:pt x="737" y="109"/>
                    <a:pt x="508" y="327"/>
                  </a:cubicBezTo>
                  <a:cubicBezTo>
                    <a:pt x="22" y="782"/>
                    <a:pt x="1" y="1543"/>
                    <a:pt x="455" y="2030"/>
                  </a:cubicBezTo>
                  <a:cubicBezTo>
                    <a:pt x="677" y="2262"/>
                    <a:pt x="963" y="2389"/>
                    <a:pt x="1259" y="2400"/>
                  </a:cubicBezTo>
                  <a:cubicBezTo>
                    <a:pt x="1301" y="2410"/>
                    <a:pt x="1344" y="2421"/>
                    <a:pt x="1365" y="2421"/>
                  </a:cubicBezTo>
                  <a:cubicBezTo>
                    <a:pt x="1428" y="2442"/>
                    <a:pt x="1502" y="2474"/>
                    <a:pt x="1555" y="2505"/>
                  </a:cubicBezTo>
                  <a:cubicBezTo>
                    <a:pt x="1692" y="2580"/>
                    <a:pt x="1798" y="2664"/>
                    <a:pt x="1893" y="2780"/>
                  </a:cubicBezTo>
                  <a:cubicBezTo>
                    <a:pt x="2052" y="2971"/>
                    <a:pt x="2052" y="3119"/>
                    <a:pt x="2041" y="3351"/>
                  </a:cubicBezTo>
                  <a:lnTo>
                    <a:pt x="1153" y="4155"/>
                  </a:lnTo>
                  <a:lnTo>
                    <a:pt x="10078" y="13027"/>
                  </a:lnTo>
                  <a:lnTo>
                    <a:pt x="10903" y="12181"/>
                  </a:lnTo>
                  <a:cubicBezTo>
                    <a:pt x="10952" y="12179"/>
                    <a:pt x="10997" y="12177"/>
                    <a:pt x="11040" y="12177"/>
                  </a:cubicBezTo>
                  <a:cubicBezTo>
                    <a:pt x="11200" y="12177"/>
                    <a:pt x="11324" y="12202"/>
                    <a:pt x="11474" y="12318"/>
                  </a:cubicBezTo>
                  <a:cubicBezTo>
                    <a:pt x="11590" y="12414"/>
                    <a:pt x="11675" y="12530"/>
                    <a:pt x="11749" y="12657"/>
                  </a:cubicBezTo>
                  <a:cubicBezTo>
                    <a:pt x="11780" y="12720"/>
                    <a:pt x="11812" y="12784"/>
                    <a:pt x="11833" y="12858"/>
                  </a:cubicBezTo>
                  <a:cubicBezTo>
                    <a:pt x="11833" y="12868"/>
                    <a:pt x="11844" y="12911"/>
                    <a:pt x="11854" y="12953"/>
                  </a:cubicBezTo>
                  <a:cubicBezTo>
                    <a:pt x="11865" y="13249"/>
                    <a:pt x="11992" y="13545"/>
                    <a:pt x="12225" y="13767"/>
                  </a:cubicBezTo>
                  <a:cubicBezTo>
                    <a:pt x="12458" y="13986"/>
                    <a:pt x="12755" y="14094"/>
                    <a:pt x="13051" y="14094"/>
                  </a:cubicBezTo>
                  <a:cubicBezTo>
                    <a:pt x="13372" y="14094"/>
                    <a:pt x="13691" y="13967"/>
                    <a:pt x="13927" y="13714"/>
                  </a:cubicBezTo>
                  <a:cubicBezTo>
                    <a:pt x="14382" y="13228"/>
                    <a:pt x="14361" y="12466"/>
                    <a:pt x="13874" y="12012"/>
                  </a:cubicBezTo>
                  <a:lnTo>
                    <a:pt x="13885" y="12012"/>
                  </a:lnTo>
                  <a:cubicBezTo>
                    <a:pt x="13652" y="11800"/>
                    <a:pt x="13367" y="11695"/>
                    <a:pt x="13070" y="11684"/>
                  </a:cubicBezTo>
                  <a:cubicBezTo>
                    <a:pt x="13028" y="11673"/>
                    <a:pt x="12975" y="11673"/>
                    <a:pt x="12954" y="11673"/>
                  </a:cubicBezTo>
                  <a:cubicBezTo>
                    <a:pt x="12880" y="11652"/>
                    <a:pt x="12817" y="11631"/>
                    <a:pt x="12753" y="11599"/>
                  </a:cubicBezTo>
                  <a:cubicBezTo>
                    <a:pt x="12616" y="11536"/>
                    <a:pt x="12499" y="11451"/>
                    <a:pt x="12394" y="11346"/>
                  </a:cubicBezTo>
                  <a:cubicBezTo>
                    <a:pt x="12246" y="11176"/>
                    <a:pt x="12225" y="11039"/>
                    <a:pt x="12225" y="10827"/>
                  </a:cubicBezTo>
                  <a:lnTo>
                    <a:pt x="13155" y="9876"/>
                  </a:lnTo>
                  <a:lnTo>
                    <a:pt x="4410" y="1184"/>
                  </a:lnTo>
                  <a:lnTo>
                    <a:pt x="3480" y="2040"/>
                  </a:lnTo>
                  <a:cubicBezTo>
                    <a:pt x="3226" y="2030"/>
                    <a:pt x="3067" y="2030"/>
                    <a:pt x="2877" y="1860"/>
                  </a:cubicBezTo>
                  <a:cubicBezTo>
                    <a:pt x="2771" y="1755"/>
                    <a:pt x="2686" y="1638"/>
                    <a:pt x="2623" y="1512"/>
                  </a:cubicBezTo>
                  <a:cubicBezTo>
                    <a:pt x="2591" y="1437"/>
                    <a:pt x="2570" y="1374"/>
                    <a:pt x="2549" y="1300"/>
                  </a:cubicBezTo>
                  <a:cubicBezTo>
                    <a:pt x="2549" y="1289"/>
                    <a:pt x="2538" y="1226"/>
                    <a:pt x="2538" y="1184"/>
                  </a:cubicBezTo>
                  <a:cubicBezTo>
                    <a:pt x="2528" y="888"/>
                    <a:pt x="2422" y="602"/>
                    <a:pt x="2211" y="380"/>
                  </a:cubicBezTo>
                  <a:cubicBezTo>
                    <a:pt x="1969" y="127"/>
                    <a:pt x="1647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5047850" y="1744175"/>
              <a:ext cx="359800" cy="352375"/>
            </a:xfrm>
            <a:custGeom>
              <a:rect b="b" l="l" r="r" t="t"/>
              <a:pathLst>
                <a:path extrusionOk="0" h="14095" w="14392">
                  <a:moveTo>
                    <a:pt x="13058" y="0"/>
                  </a:moveTo>
                  <a:cubicBezTo>
                    <a:pt x="12737" y="0"/>
                    <a:pt x="12418" y="127"/>
                    <a:pt x="12182" y="380"/>
                  </a:cubicBezTo>
                  <a:cubicBezTo>
                    <a:pt x="11960" y="602"/>
                    <a:pt x="11854" y="888"/>
                    <a:pt x="11854" y="1184"/>
                  </a:cubicBezTo>
                  <a:cubicBezTo>
                    <a:pt x="11844" y="1226"/>
                    <a:pt x="11844" y="1289"/>
                    <a:pt x="11833" y="1300"/>
                  </a:cubicBezTo>
                  <a:cubicBezTo>
                    <a:pt x="11822" y="1374"/>
                    <a:pt x="11791" y="1448"/>
                    <a:pt x="11759" y="1512"/>
                  </a:cubicBezTo>
                  <a:cubicBezTo>
                    <a:pt x="11706" y="1638"/>
                    <a:pt x="11611" y="1755"/>
                    <a:pt x="11505" y="1860"/>
                  </a:cubicBezTo>
                  <a:cubicBezTo>
                    <a:pt x="11325" y="2030"/>
                    <a:pt x="11177" y="2030"/>
                    <a:pt x="10934" y="2040"/>
                  </a:cubicBezTo>
                  <a:lnTo>
                    <a:pt x="9982" y="1194"/>
                  </a:lnTo>
                  <a:lnTo>
                    <a:pt x="1248" y="9876"/>
                  </a:lnTo>
                  <a:lnTo>
                    <a:pt x="2168" y="10806"/>
                  </a:lnTo>
                  <a:cubicBezTo>
                    <a:pt x="2157" y="11018"/>
                    <a:pt x="2147" y="11166"/>
                    <a:pt x="1988" y="11335"/>
                  </a:cubicBezTo>
                  <a:cubicBezTo>
                    <a:pt x="1893" y="11451"/>
                    <a:pt x="1766" y="11536"/>
                    <a:pt x="1639" y="11599"/>
                  </a:cubicBezTo>
                  <a:cubicBezTo>
                    <a:pt x="1576" y="11631"/>
                    <a:pt x="1502" y="11652"/>
                    <a:pt x="1438" y="11663"/>
                  </a:cubicBezTo>
                  <a:cubicBezTo>
                    <a:pt x="1417" y="11673"/>
                    <a:pt x="1354" y="11673"/>
                    <a:pt x="1312" y="11684"/>
                  </a:cubicBezTo>
                  <a:cubicBezTo>
                    <a:pt x="1026" y="11684"/>
                    <a:pt x="730" y="11800"/>
                    <a:pt x="508" y="12012"/>
                  </a:cubicBezTo>
                  <a:cubicBezTo>
                    <a:pt x="21" y="12466"/>
                    <a:pt x="0" y="13228"/>
                    <a:pt x="455" y="13714"/>
                  </a:cubicBezTo>
                  <a:cubicBezTo>
                    <a:pt x="691" y="13967"/>
                    <a:pt x="1010" y="14094"/>
                    <a:pt x="1331" y="14094"/>
                  </a:cubicBezTo>
                  <a:cubicBezTo>
                    <a:pt x="1627" y="14094"/>
                    <a:pt x="1924" y="13986"/>
                    <a:pt x="2157" y="13767"/>
                  </a:cubicBezTo>
                  <a:cubicBezTo>
                    <a:pt x="2390" y="13545"/>
                    <a:pt x="2517" y="13249"/>
                    <a:pt x="2528" y="12953"/>
                  </a:cubicBezTo>
                  <a:cubicBezTo>
                    <a:pt x="2538" y="12911"/>
                    <a:pt x="2549" y="12868"/>
                    <a:pt x="2549" y="12858"/>
                  </a:cubicBezTo>
                  <a:cubicBezTo>
                    <a:pt x="2570" y="12784"/>
                    <a:pt x="2602" y="12720"/>
                    <a:pt x="2633" y="12657"/>
                  </a:cubicBezTo>
                  <a:cubicBezTo>
                    <a:pt x="2707" y="12530"/>
                    <a:pt x="2802" y="12414"/>
                    <a:pt x="2908" y="12318"/>
                  </a:cubicBezTo>
                  <a:cubicBezTo>
                    <a:pt x="3067" y="12199"/>
                    <a:pt x="3190" y="12176"/>
                    <a:pt x="3353" y="12176"/>
                  </a:cubicBezTo>
                  <a:cubicBezTo>
                    <a:pt x="3407" y="12176"/>
                    <a:pt x="3466" y="12178"/>
                    <a:pt x="3532" y="12181"/>
                  </a:cubicBezTo>
                  <a:lnTo>
                    <a:pt x="4346" y="13006"/>
                  </a:lnTo>
                  <a:lnTo>
                    <a:pt x="13271" y="4123"/>
                  </a:lnTo>
                  <a:lnTo>
                    <a:pt x="12341" y="3299"/>
                  </a:lnTo>
                  <a:cubicBezTo>
                    <a:pt x="12341" y="3098"/>
                    <a:pt x="12351" y="2960"/>
                    <a:pt x="12489" y="2780"/>
                  </a:cubicBezTo>
                  <a:cubicBezTo>
                    <a:pt x="12584" y="2664"/>
                    <a:pt x="12700" y="2580"/>
                    <a:pt x="12827" y="2505"/>
                  </a:cubicBezTo>
                  <a:cubicBezTo>
                    <a:pt x="12890" y="2474"/>
                    <a:pt x="12954" y="2442"/>
                    <a:pt x="13028" y="2421"/>
                  </a:cubicBezTo>
                  <a:cubicBezTo>
                    <a:pt x="13038" y="2421"/>
                    <a:pt x="13081" y="2410"/>
                    <a:pt x="13123" y="2400"/>
                  </a:cubicBezTo>
                  <a:cubicBezTo>
                    <a:pt x="13419" y="2389"/>
                    <a:pt x="13715" y="2262"/>
                    <a:pt x="13937" y="2030"/>
                  </a:cubicBezTo>
                  <a:cubicBezTo>
                    <a:pt x="14392" y="1543"/>
                    <a:pt x="14360" y="782"/>
                    <a:pt x="13884" y="327"/>
                  </a:cubicBezTo>
                  <a:cubicBezTo>
                    <a:pt x="13651" y="109"/>
                    <a:pt x="13354" y="0"/>
                    <a:pt x="13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4556675" y="1503575"/>
              <a:ext cx="386500" cy="373300"/>
            </a:xfrm>
            <a:custGeom>
              <a:rect b="b" l="l" r="r" t="t"/>
              <a:pathLst>
                <a:path extrusionOk="0" h="14932" w="15460">
                  <a:moveTo>
                    <a:pt x="888" y="1"/>
                  </a:moveTo>
                  <a:cubicBezTo>
                    <a:pt x="402" y="1"/>
                    <a:pt x="0" y="403"/>
                    <a:pt x="0" y="889"/>
                  </a:cubicBezTo>
                  <a:lnTo>
                    <a:pt x="0" y="14043"/>
                  </a:lnTo>
                  <a:cubicBezTo>
                    <a:pt x="0" y="14530"/>
                    <a:pt x="391" y="14932"/>
                    <a:pt x="888" y="14932"/>
                  </a:cubicBezTo>
                  <a:lnTo>
                    <a:pt x="14572" y="14932"/>
                  </a:lnTo>
                  <a:cubicBezTo>
                    <a:pt x="15069" y="14932"/>
                    <a:pt x="15460" y="14530"/>
                    <a:pt x="15460" y="14043"/>
                  </a:cubicBezTo>
                  <a:lnTo>
                    <a:pt x="15460" y="889"/>
                  </a:lnTo>
                  <a:cubicBezTo>
                    <a:pt x="15460" y="403"/>
                    <a:pt x="15069" y="1"/>
                    <a:pt x="14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4556675" y="1535300"/>
              <a:ext cx="386500" cy="341575"/>
            </a:xfrm>
            <a:custGeom>
              <a:rect b="b" l="l" r="r" t="t"/>
              <a:pathLst>
                <a:path extrusionOk="0" h="13663" w="15460">
                  <a:moveTo>
                    <a:pt x="0" y="1"/>
                  </a:moveTo>
                  <a:lnTo>
                    <a:pt x="0" y="12975"/>
                  </a:lnTo>
                  <a:cubicBezTo>
                    <a:pt x="0" y="13356"/>
                    <a:pt x="307" y="13663"/>
                    <a:pt x="688" y="13663"/>
                  </a:cubicBezTo>
                  <a:lnTo>
                    <a:pt x="14773" y="13663"/>
                  </a:lnTo>
                  <a:cubicBezTo>
                    <a:pt x="15153" y="13663"/>
                    <a:pt x="15460" y="13356"/>
                    <a:pt x="15460" y="12975"/>
                  </a:cubicBezTo>
                  <a:lnTo>
                    <a:pt x="154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4585225" y="1559100"/>
              <a:ext cx="136950" cy="136950"/>
            </a:xfrm>
            <a:custGeom>
              <a:rect b="b" l="l" r="r" t="t"/>
              <a:pathLst>
                <a:path extrusionOk="0" h="5478" w="5478">
                  <a:moveTo>
                    <a:pt x="2739" y="709"/>
                  </a:moveTo>
                  <a:cubicBezTo>
                    <a:pt x="2919" y="709"/>
                    <a:pt x="3098" y="730"/>
                    <a:pt x="3257" y="772"/>
                  </a:cubicBezTo>
                  <a:cubicBezTo>
                    <a:pt x="4124" y="1005"/>
                    <a:pt x="4769" y="1798"/>
                    <a:pt x="4769" y="2739"/>
                  </a:cubicBezTo>
                  <a:cubicBezTo>
                    <a:pt x="4769" y="3860"/>
                    <a:pt x="3860" y="4769"/>
                    <a:pt x="2739" y="4769"/>
                  </a:cubicBezTo>
                  <a:cubicBezTo>
                    <a:pt x="2654" y="4769"/>
                    <a:pt x="2580" y="4759"/>
                    <a:pt x="2496" y="4759"/>
                  </a:cubicBezTo>
                  <a:cubicBezTo>
                    <a:pt x="2020" y="4695"/>
                    <a:pt x="1597" y="4473"/>
                    <a:pt x="1280" y="4156"/>
                  </a:cubicBezTo>
                  <a:cubicBezTo>
                    <a:pt x="1142" y="4008"/>
                    <a:pt x="1015" y="3839"/>
                    <a:pt x="931" y="3649"/>
                  </a:cubicBezTo>
                  <a:cubicBezTo>
                    <a:pt x="783" y="3374"/>
                    <a:pt x="709" y="3067"/>
                    <a:pt x="709" y="2739"/>
                  </a:cubicBezTo>
                  <a:cubicBezTo>
                    <a:pt x="709" y="2591"/>
                    <a:pt x="719" y="2454"/>
                    <a:pt x="751" y="2327"/>
                  </a:cubicBezTo>
                  <a:cubicBezTo>
                    <a:pt x="783" y="2147"/>
                    <a:pt x="846" y="1978"/>
                    <a:pt x="931" y="1819"/>
                  </a:cubicBezTo>
                  <a:cubicBezTo>
                    <a:pt x="1259" y="1164"/>
                    <a:pt x="1946" y="709"/>
                    <a:pt x="2739" y="709"/>
                  </a:cubicBezTo>
                  <a:close/>
                  <a:moveTo>
                    <a:pt x="2739" y="0"/>
                  </a:moveTo>
                  <a:cubicBezTo>
                    <a:pt x="1555" y="0"/>
                    <a:pt x="540" y="762"/>
                    <a:pt x="159" y="1819"/>
                  </a:cubicBezTo>
                  <a:cubicBezTo>
                    <a:pt x="138" y="1893"/>
                    <a:pt x="106" y="1967"/>
                    <a:pt x="95" y="2041"/>
                  </a:cubicBezTo>
                  <a:cubicBezTo>
                    <a:pt x="32" y="2263"/>
                    <a:pt x="0" y="2496"/>
                    <a:pt x="0" y="2739"/>
                  </a:cubicBezTo>
                  <a:cubicBezTo>
                    <a:pt x="0" y="3289"/>
                    <a:pt x="159" y="3797"/>
                    <a:pt x="444" y="4230"/>
                  </a:cubicBezTo>
                  <a:cubicBezTo>
                    <a:pt x="529" y="4357"/>
                    <a:pt x="624" y="4484"/>
                    <a:pt x="730" y="4590"/>
                  </a:cubicBezTo>
                  <a:cubicBezTo>
                    <a:pt x="1142" y="5044"/>
                    <a:pt x="1703" y="5351"/>
                    <a:pt x="2337" y="5446"/>
                  </a:cubicBezTo>
                  <a:cubicBezTo>
                    <a:pt x="2464" y="5467"/>
                    <a:pt x="2602" y="5478"/>
                    <a:pt x="2739" y="5478"/>
                  </a:cubicBezTo>
                  <a:cubicBezTo>
                    <a:pt x="4251" y="5478"/>
                    <a:pt x="5478" y="4251"/>
                    <a:pt x="5478" y="2739"/>
                  </a:cubicBezTo>
                  <a:cubicBezTo>
                    <a:pt x="5478" y="1460"/>
                    <a:pt x="4589" y="381"/>
                    <a:pt x="3395" y="85"/>
                  </a:cubicBezTo>
                  <a:cubicBezTo>
                    <a:pt x="3183" y="32"/>
                    <a:pt x="2961" y="0"/>
                    <a:pt x="2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4596325" y="1650025"/>
              <a:ext cx="51300" cy="45250"/>
            </a:xfrm>
            <a:custGeom>
              <a:rect b="b" l="l" r="r" t="t"/>
              <a:pathLst>
                <a:path extrusionOk="0" h="1810" w="2052">
                  <a:moveTo>
                    <a:pt x="0" y="1"/>
                  </a:moveTo>
                  <a:lnTo>
                    <a:pt x="0" y="593"/>
                  </a:lnTo>
                  <a:cubicBezTo>
                    <a:pt x="85" y="720"/>
                    <a:pt x="180" y="847"/>
                    <a:pt x="286" y="953"/>
                  </a:cubicBezTo>
                  <a:cubicBezTo>
                    <a:pt x="698" y="1407"/>
                    <a:pt x="1259" y="1714"/>
                    <a:pt x="1893" y="1809"/>
                  </a:cubicBezTo>
                  <a:lnTo>
                    <a:pt x="2052" y="1122"/>
                  </a:lnTo>
                  <a:cubicBezTo>
                    <a:pt x="1576" y="1058"/>
                    <a:pt x="1153" y="847"/>
                    <a:pt x="836" y="519"/>
                  </a:cubicBezTo>
                  <a:cubicBezTo>
                    <a:pt x="698" y="371"/>
                    <a:pt x="571" y="202"/>
                    <a:pt x="487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4585225" y="1604575"/>
              <a:ext cx="32000" cy="69275"/>
            </a:xfrm>
            <a:custGeom>
              <a:rect b="b" l="l" r="r" t="t"/>
              <a:pathLst>
                <a:path extrusionOk="0" h="2771" w="1280">
                  <a:moveTo>
                    <a:pt x="159" y="0"/>
                  </a:moveTo>
                  <a:cubicBezTo>
                    <a:pt x="138" y="74"/>
                    <a:pt x="106" y="148"/>
                    <a:pt x="95" y="222"/>
                  </a:cubicBezTo>
                  <a:cubicBezTo>
                    <a:pt x="32" y="444"/>
                    <a:pt x="0" y="677"/>
                    <a:pt x="0" y="920"/>
                  </a:cubicBezTo>
                  <a:cubicBezTo>
                    <a:pt x="0" y="1629"/>
                    <a:pt x="275" y="2284"/>
                    <a:pt x="730" y="2771"/>
                  </a:cubicBezTo>
                  <a:lnTo>
                    <a:pt x="1280" y="2337"/>
                  </a:lnTo>
                  <a:cubicBezTo>
                    <a:pt x="931" y="1967"/>
                    <a:pt x="709" y="1470"/>
                    <a:pt x="709" y="920"/>
                  </a:cubicBezTo>
                  <a:cubicBezTo>
                    <a:pt x="709" y="783"/>
                    <a:pt x="719" y="645"/>
                    <a:pt x="751" y="508"/>
                  </a:cubicBezTo>
                  <a:cubicBezTo>
                    <a:pt x="783" y="328"/>
                    <a:pt x="846" y="159"/>
                    <a:pt x="9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4587600" y="1559100"/>
              <a:ext cx="82500" cy="58175"/>
            </a:xfrm>
            <a:custGeom>
              <a:rect b="b" l="l" r="r" t="t"/>
              <a:pathLst>
                <a:path extrusionOk="0" h="2327" w="3300">
                  <a:moveTo>
                    <a:pt x="2644" y="0"/>
                  </a:moveTo>
                  <a:cubicBezTo>
                    <a:pt x="1375" y="0"/>
                    <a:pt x="307" y="867"/>
                    <a:pt x="0" y="2041"/>
                  </a:cubicBezTo>
                  <a:lnTo>
                    <a:pt x="656" y="2327"/>
                  </a:lnTo>
                  <a:cubicBezTo>
                    <a:pt x="846" y="1407"/>
                    <a:pt x="1661" y="709"/>
                    <a:pt x="2644" y="709"/>
                  </a:cubicBezTo>
                  <a:cubicBezTo>
                    <a:pt x="2824" y="709"/>
                    <a:pt x="3003" y="730"/>
                    <a:pt x="3162" y="772"/>
                  </a:cubicBezTo>
                  <a:lnTo>
                    <a:pt x="3300" y="85"/>
                  </a:lnTo>
                  <a:cubicBezTo>
                    <a:pt x="3088" y="32"/>
                    <a:pt x="2866" y="0"/>
                    <a:pt x="26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4748850" y="1595575"/>
              <a:ext cx="165775" cy="11125"/>
            </a:xfrm>
            <a:custGeom>
              <a:rect b="b" l="l" r="r" t="t"/>
              <a:pathLst>
                <a:path extrusionOk="0" h="445" w="6631">
                  <a:moveTo>
                    <a:pt x="1" y="1"/>
                  </a:moveTo>
                  <a:lnTo>
                    <a:pt x="1" y="445"/>
                  </a:lnTo>
                  <a:lnTo>
                    <a:pt x="6631" y="445"/>
                  </a:lnTo>
                  <a:lnTo>
                    <a:pt x="6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4748850" y="1622025"/>
              <a:ext cx="165775" cy="11125"/>
            </a:xfrm>
            <a:custGeom>
              <a:rect b="b" l="l" r="r" t="t"/>
              <a:pathLst>
                <a:path extrusionOk="0" h="445" w="6631">
                  <a:moveTo>
                    <a:pt x="1" y="0"/>
                  </a:moveTo>
                  <a:lnTo>
                    <a:pt x="1" y="444"/>
                  </a:lnTo>
                  <a:lnTo>
                    <a:pt x="6631" y="444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4748850" y="1648450"/>
              <a:ext cx="74325" cy="11125"/>
            </a:xfrm>
            <a:custGeom>
              <a:rect b="b" l="l" r="r" t="t"/>
              <a:pathLst>
                <a:path extrusionOk="0" h="445" w="2973">
                  <a:moveTo>
                    <a:pt x="1" y="0"/>
                  </a:moveTo>
                  <a:lnTo>
                    <a:pt x="1" y="445"/>
                  </a:lnTo>
                  <a:lnTo>
                    <a:pt x="2972" y="445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8"/>
            <p:cNvSpPr/>
            <p:nvPr/>
          </p:nvSpPr>
          <p:spPr>
            <a:xfrm>
              <a:off x="4834500" y="1648450"/>
              <a:ext cx="80125" cy="11125"/>
            </a:xfrm>
            <a:custGeom>
              <a:rect b="b" l="l" r="r" t="t"/>
              <a:pathLst>
                <a:path extrusionOk="0" h="445" w="3205">
                  <a:moveTo>
                    <a:pt x="1" y="0"/>
                  </a:moveTo>
                  <a:lnTo>
                    <a:pt x="1" y="445"/>
                  </a:lnTo>
                  <a:lnTo>
                    <a:pt x="3205" y="445"/>
                  </a:lnTo>
                  <a:lnTo>
                    <a:pt x="32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8"/>
            <p:cNvSpPr/>
            <p:nvPr/>
          </p:nvSpPr>
          <p:spPr>
            <a:xfrm>
              <a:off x="4596575" y="1742550"/>
              <a:ext cx="161025" cy="11150"/>
            </a:xfrm>
            <a:custGeom>
              <a:rect b="b" l="l" r="r" t="t"/>
              <a:pathLst>
                <a:path extrusionOk="0" h="446" w="6441">
                  <a:moveTo>
                    <a:pt x="1" y="1"/>
                  </a:moveTo>
                  <a:lnTo>
                    <a:pt x="1" y="445"/>
                  </a:lnTo>
                  <a:lnTo>
                    <a:pt x="6441" y="445"/>
                  </a:lnTo>
                  <a:lnTo>
                    <a:pt x="6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8"/>
            <p:cNvSpPr/>
            <p:nvPr/>
          </p:nvSpPr>
          <p:spPr>
            <a:xfrm>
              <a:off x="4768425" y="1742550"/>
              <a:ext cx="131400" cy="11150"/>
            </a:xfrm>
            <a:custGeom>
              <a:rect b="b" l="l" r="r" t="t"/>
              <a:pathLst>
                <a:path extrusionOk="0" h="446" w="5256">
                  <a:moveTo>
                    <a:pt x="0" y="1"/>
                  </a:moveTo>
                  <a:lnTo>
                    <a:pt x="0" y="445"/>
                  </a:lnTo>
                  <a:lnTo>
                    <a:pt x="5256" y="445"/>
                  </a:lnTo>
                  <a:lnTo>
                    <a:pt x="5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8"/>
            <p:cNvSpPr/>
            <p:nvPr/>
          </p:nvSpPr>
          <p:spPr>
            <a:xfrm>
              <a:off x="4596575" y="1769000"/>
              <a:ext cx="303250" cy="11125"/>
            </a:xfrm>
            <a:custGeom>
              <a:rect b="b" l="l" r="r" t="t"/>
              <a:pathLst>
                <a:path extrusionOk="0" h="445" w="12130">
                  <a:moveTo>
                    <a:pt x="1" y="0"/>
                  </a:moveTo>
                  <a:lnTo>
                    <a:pt x="1" y="444"/>
                  </a:lnTo>
                  <a:lnTo>
                    <a:pt x="12130" y="444"/>
                  </a:lnTo>
                  <a:lnTo>
                    <a:pt x="121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8"/>
            <p:cNvSpPr/>
            <p:nvPr/>
          </p:nvSpPr>
          <p:spPr>
            <a:xfrm>
              <a:off x="4596575" y="1819500"/>
              <a:ext cx="217325" cy="11125"/>
            </a:xfrm>
            <a:custGeom>
              <a:rect b="b" l="l" r="r" t="t"/>
              <a:pathLst>
                <a:path extrusionOk="0" h="445" w="8693">
                  <a:moveTo>
                    <a:pt x="1" y="0"/>
                  </a:moveTo>
                  <a:lnTo>
                    <a:pt x="1" y="444"/>
                  </a:lnTo>
                  <a:lnTo>
                    <a:pt x="8693" y="444"/>
                  </a:lnTo>
                  <a:lnTo>
                    <a:pt x="86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8"/>
            <p:cNvSpPr/>
            <p:nvPr/>
          </p:nvSpPr>
          <p:spPr>
            <a:xfrm>
              <a:off x="4824450" y="1819500"/>
              <a:ext cx="75375" cy="11125"/>
            </a:xfrm>
            <a:custGeom>
              <a:rect b="b" l="l" r="r" t="t"/>
              <a:pathLst>
                <a:path extrusionOk="0" h="445" w="3015">
                  <a:moveTo>
                    <a:pt x="1" y="0"/>
                  </a:moveTo>
                  <a:lnTo>
                    <a:pt x="1" y="444"/>
                  </a:lnTo>
                  <a:lnTo>
                    <a:pt x="3015" y="444"/>
                  </a:lnTo>
                  <a:lnTo>
                    <a:pt x="30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8"/>
            <p:cNvSpPr/>
            <p:nvPr/>
          </p:nvSpPr>
          <p:spPr>
            <a:xfrm>
              <a:off x="4596575" y="1795700"/>
              <a:ext cx="74325" cy="11125"/>
            </a:xfrm>
            <a:custGeom>
              <a:rect b="b" l="l" r="r" t="t"/>
              <a:pathLst>
                <a:path extrusionOk="0" h="445" w="2973">
                  <a:moveTo>
                    <a:pt x="1" y="0"/>
                  </a:moveTo>
                  <a:lnTo>
                    <a:pt x="1" y="444"/>
                  </a:lnTo>
                  <a:lnTo>
                    <a:pt x="2972" y="444"/>
                  </a:lnTo>
                  <a:lnTo>
                    <a:pt x="29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8"/>
            <p:cNvSpPr/>
            <p:nvPr/>
          </p:nvSpPr>
          <p:spPr>
            <a:xfrm>
              <a:off x="4682225" y="1795700"/>
              <a:ext cx="217600" cy="11125"/>
            </a:xfrm>
            <a:custGeom>
              <a:rect b="b" l="l" r="r" t="t"/>
              <a:pathLst>
                <a:path extrusionOk="0" h="445" w="8704">
                  <a:moveTo>
                    <a:pt x="1" y="0"/>
                  </a:moveTo>
                  <a:lnTo>
                    <a:pt x="1" y="444"/>
                  </a:lnTo>
                  <a:lnTo>
                    <a:pt x="8704" y="444"/>
                  </a:lnTo>
                  <a:lnTo>
                    <a:pt x="8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8"/>
            <p:cNvSpPr/>
            <p:nvPr/>
          </p:nvSpPr>
          <p:spPr>
            <a:xfrm>
              <a:off x="4579400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70" y="1"/>
                  </a:moveTo>
                  <a:cubicBezTo>
                    <a:pt x="75" y="1"/>
                    <a:pt x="1" y="75"/>
                    <a:pt x="1" y="170"/>
                  </a:cubicBezTo>
                  <a:cubicBezTo>
                    <a:pt x="1" y="265"/>
                    <a:pt x="75" y="339"/>
                    <a:pt x="170" y="339"/>
                  </a:cubicBezTo>
                  <a:cubicBezTo>
                    <a:pt x="254" y="339"/>
                    <a:pt x="339" y="265"/>
                    <a:pt x="339" y="170"/>
                  </a:cubicBezTo>
                  <a:cubicBezTo>
                    <a:pt x="339" y="75"/>
                    <a:pt x="254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8"/>
            <p:cNvSpPr/>
            <p:nvPr/>
          </p:nvSpPr>
          <p:spPr>
            <a:xfrm>
              <a:off x="4605575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70" y="1"/>
                  </a:moveTo>
                  <a:cubicBezTo>
                    <a:pt x="74" y="1"/>
                    <a:pt x="0" y="75"/>
                    <a:pt x="0" y="170"/>
                  </a:cubicBezTo>
                  <a:cubicBezTo>
                    <a:pt x="0" y="265"/>
                    <a:pt x="74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5"/>
                    <a:pt x="265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8"/>
            <p:cNvSpPr/>
            <p:nvPr/>
          </p:nvSpPr>
          <p:spPr>
            <a:xfrm>
              <a:off x="4631750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69" y="1"/>
                  </a:moveTo>
                  <a:cubicBezTo>
                    <a:pt x="74" y="1"/>
                    <a:pt x="0" y="75"/>
                    <a:pt x="0" y="170"/>
                  </a:cubicBezTo>
                  <a:cubicBezTo>
                    <a:pt x="0" y="265"/>
                    <a:pt x="74" y="339"/>
                    <a:pt x="169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5"/>
                    <a:pt x="265" y="1"/>
                    <a:pt x="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8"/>
            <p:cNvSpPr/>
            <p:nvPr/>
          </p:nvSpPr>
          <p:spPr>
            <a:xfrm>
              <a:off x="4910375" y="1516525"/>
              <a:ext cx="10350" cy="10075"/>
            </a:xfrm>
            <a:custGeom>
              <a:rect b="b" l="l" r="r" t="t"/>
              <a:pathLst>
                <a:path extrusionOk="0" h="403" w="414">
                  <a:moveTo>
                    <a:pt x="43" y="1"/>
                  </a:moveTo>
                  <a:cubicBezTo>
                    <a:pt x="32" y="1"/>
                    <a:pt x="11" y="1"/>
                    <a:pt x="11" y="11"/>
                  </a:cubicBezTo>
                  <a:cubicBezTo>
                    <a:pt x="1" y="22"/>
                    <a:pt x="1" y="33"/>
                    <a:pt x="11" y="43"/>
                  </a:cubicBezTo>
                  <a:lnTo>
                    <a:pt x="170" y="202"/>
                  </a:lnTo>
                  <a:lnTo>
                    <a:pt x="11" y="360"/>
                  </a:lnTo>
                  <a:cubicBezTo>
                    <a:pt x="1" y="371"/>
                    <a:pt x="1" y="382"/>
                    <a:pt x="11" y="392"/>
                  </a:cubicBezTo>
                  <a:cubicBezTo>
                    <a:pt x="11" y="403"/>
                    <a:pt x="22" y="403"/>
                    <a:pt x="22" y="403"/>
                  </a:cubicBezTo>
                  <a:cubicBezTo>
                    <a:pt x="32" y="403"/>
                    <a:pt x="43" y="403"/>
                    <a:pt x="43" y="392"/>
                  </a:cubicBezTo>
                  <a:lnTo>
                    <a:pt x="202" y="234"/>
                  </a:lnTo>
                  <a:lnTo>
                    <a:pt x="371" y="392"/>
                  </a:lnTo>
                  <a:cubicBezTo>
                    <a:pt x="371" y="392"/>
                    <a:pt x="381" y="403"/>
                    <a:pt x="381" y="403"/>
                  </a:cubicBezTo>
                  <a:cubicBezTo>
                    <a:pt x="392" y="403"/>
                    <a:pt x="392" y="403"/>
                    <a:pt x="402" y="392"/>
                  </a:cubicBezTo>
                  <a:cubicBezTo>
                    <a:pt x="413" y="382"/>
                    <a:pt x="413" y="360"/>
                    <a:pt x="402" y="360"/>
                  </a:cubicBezTo>
                  <a:lnTo>
                    <a:pt x="244" y="202"/>
                  </a:lnTo>
                  <a:lnTo>
                    <a:pt x="402" y="43"/>
                  </a:lnTo>
                  <a:cubicBezTo>
                    <a:pt x="413" y="33"/>
                    <a:pt x="413" y="22"/>
                    <a:pt x="402" y="11"/>
                  </a:cubicBezTo>
                  <a:cubicBezTo>
                    <a:pt x="392" y="1"/>
                    <a:pt x="381" y="1"/>
                    <a:pt x="371" y="1"/>
                  </a:cubicBezTo>
                  <a:lnTo>
                    <a:pt x="202" y="16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8"/>
            <p:cNvSpPr/>
            <p:nvPr/>
          </p:nvSpPr>
          <p:spPr>
            <a:xfrm>
              <a:off x="4579400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70" y="1"/>
                  </a:moveTo>
                  <a:cubicBezTo>
                    <a:pt x="75" y="1"/>
                    <a:pt x="1" y="75"/>
                    <a:pt x="1" y="170"/>
                  </a:cubicBezTo>
                  <a:cubicBezTo>
                    <a:pt x="1" y="265"/>
                    <a:pt x="75" y="339"/>
                    <a:pt x="170" y="339"/>
                  </a:cubicBezTo>
                  <a:cubicBezTo>
                    <a:pt x="254" y="339"/>
                    <a:pt x="339" y="265"/>
                    <a:pt x="339" y="170"/>
                  </a:cubicBezTo>
                  <a:cubicBezTo>
                    <a:pt x="339" y="75"/>
                    <a:pt x="254" y="1"/>
                    <a:pt x="1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8"/>
            <p:cNvSpPr/>
            <p:nvPr/>
          </p:nvSpPr>
          <p:spPr>
            <a:xfrm>
              <a:off x="4605575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70" y="1"/>
                  </a:moveTo>
                  <a:cubicBezTo>
                    <a:pt x="74" y="1"/>
                    <a:pt x="0" y="75"/>
                    <a:pt x="0" y="170"/>
                  </a:cubicBezTo>
                  <a:cubicBezTo>
                    <a:pt x="0" y="265"/>
                    <a:pt x="74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5"/>
                    <a:pt x="265" y="1"/>
                    <a:pt x="1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8"/>
            <p:cNvSpPr/>
            <p:nvPr/>
          </p:nvSpPr>
          <p:spPr>
            <a:xfrm>
              <a:off x="4631750" y="1517325"/>
              <a:ext cx="8475" cy="8500"/>
            </a:xfrm>
            <a:custGeom>
              <a:rect b="b" l="l" r="r" t="t"/>
              <a:pathLst>
                <a:path extrusionOk="0" h="340" w="339">
                  <a:moveTo>
                    <a:pt x="169" y="1"/>
                  </a:moveTo>
                  <a:cubicBezTo>
                    <a:pt x="74" y="1"/>
                    <a:pt x="0" y="75"/>
                    <a:pt x="0" y="170"/>
                  </a:cubicBezTo>
                  <a:cubicBezTo>
                    <a:pt x="0" y="265"/>
                    <a:pt x="74" y="339"/>
                    <a:pt x="169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5"/>
                    <a:pt x="265" y="1"/>
                    <a:pt x="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8"/>
            <p:cNvSpPr/>
            <p:nvPr/>
          </p:nvSpPr>
          <p:spPr>
            <a:xfrm>
              <a:off x="4910375" y="1516525"/>
              <a:ext cx="10350" cy="10075"/>
            </a:xfrm>
            <a:custGeom>
              <a:rect b="b" l="l" r="r" t="t"/>
              <a:pathLst>
                <a:path extrusionOk="0" h="403" w="414">
                  <a:moveTo>
                    <a:pt x="43" y="1"/>
                  </a:moveTo>
                  <a:cubicBezTo>
                    <a:pt x="32" y="1"/>
                    <a:pt x="11" y="1"/>
                    <a:pt x="11" y="11"/>
                  </a:cubicBezTo>
                  <a:cubicBezTo>
                    <a:pt x="1" y="22"/>
                    <a:pt x="1" y="33"/>
                    <a:pt x="11" y="43"/>
                  </a:cubicBezTo>
                  <a:lnTo>
                    <a:pt x="170" y="202"/>
                  </a:lnTo>
                  <a:lnTo>
                    <a:pt x="11" y="360"/>
                  </a:lnTo>
                  <a:cubicBezTo>
                    <a:pt x="1" y="371"/>
                    <a:pt x="1" y="382"/>
                    <a:pt x="11" y="392"/>
                  </a:cubicBezTo>
                  <a:cubicBezTo>
                    <a:pt x="11" y="403"/>
                    <a:pt x="22" y="403"/>
                    <a:pt x="22" y="403"/>
                  </a:cubicBezTo>
                  <a:cubicBezTo>
                    <a:pt x="32" y="403"/>
                    <a:pt x="43" y="403"/>
                    <a:pt x="43" y="392"/>
                  </a:cubicBezTo>
                  <a:lnTo>
                    <a:pt x="202" y="234"/>
                  </a:lnTo>
                  <a:lnTo>
                    <a:pt x="371" y="392"/>
                  </a:lnTo>
                  <a:cubicBezTo>
                    <a:pt x="371" y="392"/>
                    <a:pt x="381" y="403"/>
                    <a:pt x="381" y="403"/>
                  </a:cubicBezTo>
                  <a:cubicBezTo>
                    <a:pt x="392" y="403"/>
                    <a:pt x="392" y="403"/>
                    <a:pt x="402" y="392"/>
                  </a:cubicBezTo>
                  <a:cubicBezTo>
                    <a:pt x="413" y="382"/>
                    <a:pt x="413" y="360"/>
                    <a:pt x="402" y="360"/>
                  </a:cubicBezTo>
                  <a:lnTo>
                    <a:pt x="244" y="202"/>
                  </a:lnTo>
                  <a:lnTo>
                    <a:pt x="402" y="43"/>
                  </a:lnTo>
                  <a:cubicBezTo>
                    <a:pt x="413" y="33"/>
                    <a:pt x="413" y="22"/>
                    <a:pt x="402" y="11"/>
                  </a:cubicBezTo>
                  <a:cubicBezTo>
                    <a:pt x="392" y="1"/>
                    <a:pt x="381" y="1"/>
                    <a:pt x="371" y="1"/>
                  </a:cubicBezTo>
                  <a:lnTo>
                    <a:pt x="202" y="16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8"/>
            <p:cNvSpPr/>
            <p:nvPr/>
          </p:nvSpPr>
          <p:spPr>
            <a:xfrm>
              <a:off x="5490125" y="2015650"/>
              <a:ext cx="386500" cy="388875"/>
            </a:xfrm>
            <a:custGeom>
              <a:rect b="b" l="l" r="r" t="t"/>
              <a:pathLst>
                <a:path extrusionOk="0" h="15555" w="15460">
                  <a:moveTo>
                    <a:pt x="888" y="0"/>
                  </a:moveTo>
                  <a:cubicBezTo>
                    <a:pt x="402" y="0"/>
                    <a:pt x="0" y="391"/>
                    <a:pt x="0" y="888"/>
                  </a:cubicBezTo>
                  <a:lnTo>
                    <a:pt x="0" y="14667"/>
                  </a:lnTo>
                  <a:cubicBezTo>
                    <a:pt x="0" y="15164"/>
                    <a:pt x="402" y="15555"/>
                    <a:pt x="888" y="15555"/>
                  </a:cubicBezTo>
                  <a:lnTo>
                    <a:pt x="14572" y="15555"/>
                  </a:lnTo>
                  <a:cubicBezTo>
                    <a:pt x="15069" y="15555"/>
                    <a:pt x="15460" y="15164"/>
                    <a:pt x="15460" y="14667"/>
                  </a:cubicBezTo>
                  <a:lnTo>
                    <a:pt x="15460" y="888"/>
                  </a:lnTo>
                  <a:cubicBezTo>
                    <a:pt x="15460" y="391"/>
                    <a:pt x="15069" y="0"/>
                    <a:pt x="14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8"/>
            <p:cNvSpPr/>
            <p:nvPr/>
          </p:nvSpPr>
          <p:spPr>
            <a:xfrm>
              <a:off x="5490125" y="2047375"/>
              <a:ext cx="386500" cy="357150"/>
            </a:xfrm>
            <a:custGeom>
              <a:rect b="b" l="l" r="r" t="t"/>
              <a:pathLst>
                <a:path extrusionOk="0" h="14286" w="15460">
                  <a:moveTo>
                    <a:pt x="0" y="0"/>
                  </a:moveTo>
                  <a:lnTo>
                    <a:pt x="0" y="13609"/>
                  </a:lnTo>
                  <a:cubicBezTo>
                    <a:pt x="0" y="13979"/>
                    <a:pt x="307" y="14286"/>
                    <a:pt x="687" y="14286"/>
                  </a:cubicBezTo>
                  <a:lnTo>
                    <a:pt x="14783" y="14286"/>
                  </a:lnTo>
                  <a:cubicBezTo>
                    <a:pt x="15153" y="14286"/>
                    <a:pt x="15460" y="13979"/>
                    <a:pt x="15460" y="13609"/>
                  </a:cubicBezTo>
                  <a:lnTo>
                    <a:pt x="154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8"/>
            <p:cNvSpPr/>
            <p:nvPr/>
          </p:nvSpPr>
          <p:spPr>
            <a:xfrm>
              <a:off x="5531875" y="2274700"/>
              <a:ext cx="161025" cy="11150"/>
            </a:xfrm>
            <a:custGeom>
              <a:rect b="b" l="l" r="r" t="t"/>
              <a:pathLst>
                <a:path extrusionOk="0" h="446" w="6441">
                  <a:moveTo>
                    <a:pt x="1" y="1"/>
                  </a:moveTo>
                  <a:lnTo>
                    <a:pt x="1" y="445"/>
                  </a:lnTo>
                  <a:lnTo>
                    <a:pt x="6441" y="445"/>
                  </a:lnTo>
                  <a:lnTo>
                    <a:pt x="64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8"/>
            <p:cNvSpPr/>
            <p:nvPr/>
          </p:nvSpPr>
          <p:spPr>
            <a:xfrm>
              <a:off x="5703725" y="2274700"/>
              <a:ext cx="131400" cy="11150"/>
            </a:xfrm>
            <a:custGeom>
              <a:rect b="b" l="l" r="r" t="t"/>
              <a:pathLst>
                <a:path extrusionOk="0" h="446" w="5256">
                  <a:moveTo>
                    <a:pt x="0" y="1"/>
                  </a:moveTo>
                  <a:lnTo>
                    <a:pt x="0" y="445"/>
                  </a:lnTo>
                  <a:lnTo>
                    <a:pt x="5256" y="445"/>
                  </a:lnTo>
                  <a:lnTo>
                    <a:pt x="52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8"/>
            <p:cNvSpPr/>
            <p:nvPr/>
          </p:nvSpPr>
          <p:spPr>
            <a:xfrm>
              <a:off x="5531875" y="2301150"/>
              <a:ext cx="303000" cy="11125"/>
            </a:xfrm>
            <a:custGeom>
              <a:rect b="b" l="l" r="r" t="t"/>
              <a:pathLst>
                <a:path extrusionOk="0" h="445" w="12120">
                  <a:moveTo>
                    <a:pt x="1" y="0"/>
                  </a:moveTo>
                  <a:lnTo>
                    <a:pt x="1" y="445"/>
                  </a:lnTo>
                  <a:lnTo>
                    <a:pt x="12119" y="445"/>
                  </a:lnTo>
                  <a:lnTo>
                    <a:pt x="121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5531875" y="2351375"/>
              <a:ext cx="217325" cy="11125"/>
            </a:xfrm>
            <a:custGeom>
              <a:rect b="b" l="l" r="r" t="t"/>
              <a:pathLst>
                <a:path extrusionOk="0" h="445" w="8693">
                  <a:moveTo>
                    <a:pt x="1" y="1"/>
                  </a:moveTo>
                  <a:lnTo>
                    <a:pt x="1" y="445"/>
                  </a:lnTo>
                  <a:lnTo>
                    <a:pt x="8693" y="445"/>
                  </a:lnTo>
                  <a:lnTo>
                    <a:pt x="86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5759750" y="2351375"/>
              <a:ext cx="75375" cy="11125"/>
            </a:xfrm>
            <a:custGeom>
              <a:rect b="b" l="l" r="r" t="t"/>
              <a:pathLst>
                <a:path extrusionOk="0" h="445" w="3015">
                  <a:moveTo>
                    <a:pt x="1" y="1"/>
                  </a:moveTo>
                  <a:lnTo>
                    <a:pt x="1" y="445"/>
                  </a:lnTo>
                  <a:lnTo>
                    <a:pt x="3015" y="445"/>
                  </a:lnTo>
                  <a:lnTo>
                    <a:pt x="3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5531875" y="2327575"/>
              <a:ext cx="74325" cy="11125"/>
            </a:xfrm>
            <a:custGeom>
              <a:rect b="b" l="l" r="r" t="t"/>
              <a:pathLst>
                <a:path extrusionOk="0" h="445" w="2973">
                  <a:moveTo>
                    <a:pt x="1" y="1"/>
                  </a:moveTo>
                  <a:lnTo>
                    <a:pt x="1" y="445"/>
                  </a:lnTo>
                  <a:lnTo>
                    <a:pt x="2972" y="445"/>
                  </a:lnTo>
                  <a:lnTo>
                    <a:pt x="29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5617525" y="2327575"/>
              <a:ext cx="217600" cy="11125"/>
            </a:xfrm>
            <a:custGeom>
              <a:rect b="b" l="l" r="r" t="t"/>
              <a:pathLst>
                <a:path extrusionOk="0" h="445" w="8704">
                  <a:moveTo>
                    <a:pt x="1" y="1"/>
                  </a:moveTo>
                  <a:lnTo>
                    <a:pt x="1" y="445"/>
                  </a:lnTo>
                  <a:lnTo>
                    <a:pt x="8704" y="445"/>
                  </a:lnTo>
                  <a:lnTo>
                    <a:pt x="8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5512850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70" y="0"/>
                  </a:moveTo>
                  <a:cubicBezTo>
                    <a:pt x="75" y="0"/>
                    <a:pt x="1" y="74"/>
                    <a:pt x="1" y="170"/>
                  </a:cubicBezTo>
                  <a:cubicBezTo>
                    <a:pt x="1" y="265"/>
                    <a:pt x="75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8"/>
            <p:cNvSpPr/>
            <p:nvPr/>
          </p:nvSpPr>
          <p:spPr>
            <a:xfrm>
              <a:off x="5539025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70" y="0"/>
                  </a:moveTo>
                  <a:cubicBezTo>
                    <a:pt x="74" y="0"/>
                    <a:pt x="0" y="74"/>
                    <a:pt x="0" y="170"/>
                  </a:cubicBezTo>
                  <a:cubicBezTo>
                    <a:pt x="0" y="265"/>
                    <a:pt x="74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8"/>
            <p:cNvSpPr/>
            <p:nvPr/>
          </p:nvSpPr>
          <p:spPr>
            <a:xfrm>
              <a:off x="5565200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69" y="0"/>
                  </a:moveTo>
                  <a:cubicBezTo>
                    <a:pt x="74" y="0"/>
                    <a:pt x="0" y="74"/>
                    <a:pt x="0" y="170"/>
                  </a:cubicBezTo>
                  <a:cubicBezTo>
                    <a:pt x="0" y="265"/>
                    <a:pt x="74" y="339"/>
                    <a:pt x="169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5843825" y="2028400"/>
              <a:ext cx="10325" cy="10000"/>
            </a:xfrm>
            <a:custGeom>
              <a:rect b="b" l="l" r="r" t="t"/>
              <a:pathLst>
                <a:path extrusionOk="0" h="400" w="413">
                  <a:moveTo>
                    <a:pt x="27" y="0"/>
                  </a:moveTo>
                  <a:cubicBezTo>
                    <a:pt x="22" y="0"/>
                    <a:pt x="16" y="3"/>
                    <a:pt x="11" y="8"/>
                  </a:cubicBezTo>
                  <a:cubicBezTo>
                    <a:pt x="1" y="19"/>
                    <a:pt x="1" y="29"/>
                    <a:pt x="11" y="51"/>
                  </a:cubicBezTo>
                  <a:lnTo>
                    <a:pt x="170" y="199"/>
                  </a:lnTo>
                  <a:lnTo>
                    <a:pt x="11" y="357"/>
                  </a:lnTo>
                  <a:cubicBezTo>
                    <a:pt x="1" y="368"/>
                    <a:pt x="1" y="378"/>
                    <a:pt x="11" y="389"/>
                  </a:cubicBezTo>
                  <a:cubicBezTo>
                    <a:pt x="11" y="400"/>
                    <a:pt x="22" y="400"/>
                    <a:pt x="32" y="400"/>
                  </a:cubicBezTo>
                  <a:lnTo>
                    <a:pt x="43" y="400"/>
                  </a:lnTo>
                  <a:lnTo>
                    <a:pt x="201" y="241"/>
                  </a:lnTo>
                  <a:lnTo>
                    <a:pt x="371" y="400"/>
                  </a:lnTo>
                  <a:lnTo>
                    <a:pt x="381" y="400"/>
                  </a:lnTo>
                  <a:cubicBezTo>
                    <a:pt x="392" y="400"/>
                    <a:pt x="402" y="400"/>
                    <a:pt x="402" y="389"/>
                  </a:cubicBezTo>
                  <a:cubicBezTo>
                    <a:pt x="413" y="378"/>
                    <a:pt x="413" y="368"/>
                    <a:pt x="402" y="357"/>
                  </a:cubicBezTo>
                  <a:lnTo>
                    <a:pt x="244" y="199"/>
                  </a:lnTo>
                  <a:lnTo>
                    <a:pt x="402" y="51"/>
                  </a:lnTo>
                  <a:cubicBezTo>
                    <a:pt x="413" y="40"/>
                    <a:pt x="413" y="19"/>
                    <a:pt x="402" y="8"/>
                  </a:cubicBezTo>
                  <a:cubicBezTo>
                    <a:pt x="397" y="3"/>
                    <a:pt x="392" y="0"/>
                    <a:pt x="387" y="0"/>
                  </a:cubicBezTo>
                  <a:cubicBezTo>
                    <a:pt x="381" y="0"/>
                    <a:pt x="376" y="3"/>
                    <a:pt x="371" y="8"/>
                  </a:cubicBezTo>
                  <a:lnTo>
                    <a:pt x="201" y="167"/>
                  </a:lnTo>
                  <a:lnTo>
                    <a:pt x="43" y="8"/>
                  </a:lnTo>
                  <a:cubicBezTo>
                    <a:pt x="38" y="3"/>
                    <a:pt x="32" y="0"/>
                    <a:pt x="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5512850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70" y="0"/>
                  </a:moveTo>
                  <a:cubicBezTo>
                    <a:pt x="75" y="0"/>
                    <a:pt x="1" y="74"/>
                    <a:pt x="1" y="170"/>
                  </a:cubicBezTo>
                  <a:cubicBezTo>
                    <a:pt x="1" y="265"/>
                    <a:pt x="75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5539025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70" y="0"/>
                  </a:moveTo>
                  <a:cubicBezTo>
                    <a:pt x="74" y="0"/>
                    <a:pt x="0" y="74"/>
                    <a:pt x="0" y="170"/>
                  </a:cubicBezTo>
                  <a:cubicBezTo>
                    <a:pt x="0" y="265"/>
                    <a:pt x="74" y="339"/>
                    <a:pt x="170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5565200" y="2029125"/>
              <a:ext cx="8475" cy="8475"/>
            </a:xfrm>
            <a:custGeom>
              <a:rect b="b" l="l" r="r" t="t"/>
              <a:pathLst>
                <a:path extrusionOk="0" h="339" w="339">
                  <a:moveTo>
                    <a:pt x="169" y="0"/>
                  </a:moveTo>
                  <a:cubicBezTo>
                    <a:pt x="74" y="0"/>
                    <a:pt x="0" y="74"/>
                    <a:pt x="0" y="170"/>
                  </a:cubicBezTo>
                  <a:cubicBezTo>
                    <a:pt x="0" y="265"/>
                    <a:pt x="74" y="339"/>
                    <a:pt x="169" y="339"/>
                  </a:cubicBezTo>
                  <a:cubicBezTo>
                    <a:pt x="265" y="339"/>
                    <a:pt x="339" y="265"/>
                    <a:pt x="339" y="170"/>
                  </a:cubicBezTo>
                  <a:cubicBezTo>
                    <a:pt x="339" y="74"/>
                    <a:pt x="265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5843825" y="2028400"/>
              <a:ext cx="10325" cy="10000"/>
            </a:xfrm>
            <a:custGeom>
              <a:rect b="b" l="l" r="r" t="t"/>
              <a:pathLst>
                <a:path extrusionOk="0" h="400" w="413">
                  <a:moveTo>
                    <a:pt x="27" y="0"/>
                  </a:moveTo>
                  <a:cubicBezTo>
                    <a:pt x="22" y="0"/>
                    <a:pt x="16" y="3"/>
                    <a:pt x="11" y="8"/>
                  </a:cubicBezTo>
                  <a:cubicBezTo>
                    <a:pt x="1" y="19"/>
                    <a:pt x="1" y="29"/>
                    <a:pt x="11" y="51"/>
                  </a:cubicBezTo>
                  <a:lnTo>
                    <a:pt x="170" y="199"/>
                  </a:lnTo>
                  <a:lnTo>
                    <a:pt x="11" y="357"/>
                  </a:lnTo>
                  <a:cubicBezTo>
                    <a:pt x="1" y="368"/>
                    <a:pt x="1" y="378"/>
                    <a:pt x="11" y="389"/>
                  </a:cubicBezTo>
                  <a:cubicBezTo>
                    <a:pt x="11" y="400"/>
                    <a:pt x="22" y="400"/>
                    <a:pt x="32" y="400"/>
                  </a:cubicBezTo>
                  <a:lnTo>
                    <a:pt x="43" y="400"/>
                  </a:lnTo>
                  <a:lnTo>
                    <a:pt x="201" y="241"/>
                  </a:lnTo>
                  <a:lnTo>
                    <a:pt x="371" y="400"/>
                  </a:lnTo>
                  <a:lnTo>
                    <a:pt x="381" y="400"/>
                  </a:lnTo>
                  <a:cubicBezTo>
                    <a:pt x="392" y="400"/>
                    <a:pt x="402" y="400"/>
                    <a:pt x="402" y="389"/>
                  </a:cubicBezTo>
                  <a:cubicBezTo>
                    <a:pt x="413" y="378"/>
                    <a:pt x="413" y="368"/>
                    <a:pt x="402" y="357"/>
                  </a:cubicBezTo>
                  <a:lnTo>
                    <a:pt x="244" y="199"/>
                  </a:lnTo>
                  <a:lnTo>
                    <a:pt x="402" y="51"/>
                  </a:lnTo>
                  <a:cubicBezTo>
                    <a:pt x="413" y="40"/>
                    <a:pt x="413" y="19"/>
                    <a:pt x="402" y="8"/>
                  </a:cubicBezTo>
                  <a:cubicBezTo>
                    <a:pt x="397" y="3"/>
                    <a:pt x="392" y="0"/>
                    <a:pt x="387" y="0"/>
                  </a:cubicBezTo>
                  <a:cubicBezTo>
                    <a:pt x="381" y="0"/>
                    <a:pt x="376" y="3"/>
                    <a:pt x="371" y="8"/>
                  </a:cubicBezTo>
                  <a:lnTo>
                    <a:pt x="201" y="167"/>
                  </a:lnTo>
                  <a:lnTo>
                    <a:pt x="43" y="8"/>
                  </a:lnTo>
                  <a:cubicBezTo>
                    <a:pt x="38" y="3"/>
                    <a:pt x="32" y="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5574175" y="2181125"/>
              <a:ext cx="19850" cy="66900"/>
            </a:xfrm>
            <a:custGeom>
              <a:rect b="b" l="l" r="r" t="t"/>
              <a:pathLst>
                <a:path extrusionOk="0" h="2676" w="794">
                  <a:moveTo>
                    <a:pt x="1" y="1"/>
                  </a:moveTo>
                  <a:lnTo>
                    <a:pt x="1" y="2676"/>
                  </a:lnTo>
                  <a:lnTo>
                    <a:pt x="794" y="2676"/>
                  </a:lnTo>
                  <a:lnTo>
                    <a:pt x="7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5695775" y="2163950"/>
              <a:ext cx="19875" cy="84350"/>
            </a:xfrm>
            <a:custGeom>
              <a:rect b="b" l="l" r="r" t="t"/>
              <a:pathLst>
                <a:path extrusionOk="0" h="3374" w="795">
                  <a:moveTo>
                    <a:pt x="1" y="0"/>
                  </a:moveTo>
                  <a:lnTo>
                    <a:pt x="1" y="3374"/>
                  </a:lnTo>
                  <a:lnTo>
                    <a:pt x="794" y="3374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5613575" y="2200950"/>
              <a:ext cx="19850" cy="47075"/>
            </a:xfrm>
            <a:custGeom>
              <a:rect b="b" l="l" r="r" t="t"/>
              <a:pathLst>
                <a:path extrusionOk="0" h="1883" w="794">
                  <a:moveTo>
                    <a:pt x="0" y="1"/>
                  </a:moveTo>
                  <a:lnTo>
                    <a:pt x="0" y="1883"/>
                  </a:lnTo>
                  <a:lnTo>
                    <a:pt x="793" y="1883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8"/>
            <p:cNvSpPr/>
            <p:nvPr/>
          </p:nvSpPr>
          <p:spPr>
            <a:xfrm>
              <a:off x="5540350" y="2200950"/>
              <a:ext cx="16925" cy="47075"/>
            </a:xfrm>
            <a:custGeom>
              <a:rect b="b" l="l" r="r" t="t"/>
              <a:pathLst>
                <a:path extrusionOk="0" h="1883" w="677">
                  <a:moveTo>
                    <a:pt x="0" y="1"/>
                  </a:moveTo>
                  <a:lnTo>
                    <a:pt x="0" y="1883"/>
                  </a:lnTo>
                  <a:lnTo>
                    <a:pt x="677" y="1883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8"/>
            <p:cNvSpPr/>
            <p:nvPr/>
          </p:nvSpPr>
          <p:spPr>
            <a:xfrm>
              <a:off x="5654550" y="2160500"/>
              <a:ext cx="19850" cy="87800"/>
            </a:xfrm>
            <a:custGeom>
              <a:rect b="b" l="l" r="r" t="t"/>
              <a:pathLst>
                <a:path extrusionOk="0" h="3512" w="794">
                  <a:moveTo>
                    <a:pt x="0" y="1"/>
                  </a:moveTo>
                  <a:lnTo>
                    <a:pt x="0" y="3512"/>
                  </a:lnTo>
                  <a:lnTo>
                    <a:pt x="793" y="3512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5737025" y="2132225"/>
              <a:ext cx="19850" cy="116075"/>
            </a:xfrm>
            <a:custGeom>
              <a:rect b="b" l="l" r="r" t="t"/>
              <a:pathLst>
                <a:path extrusionOk="0" h="4643" w="794">
                  <a:moveTo>
                    <a:pt x="1" y="0"/>
                  </a:moveTo>
                  <a:lnTo>
                    <a:pt x="1" y="4643"/>
                  </a:lnTo>
                  <a:lnTo>
                    <a:pt x="794" y="4643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5775350" y="2106850"/>
              <a:ext cx="19850" cy="141450"/>
            </a:xfrm>
            <a:custGeom>
              <a:rect b="b" l="l" r="r" t="t"/>
              <a:pathLst>
                <a:path extrusionOk="0" h="5658" w="794">
                  <a:moveTo>
                    <a:pt x="1" y="0"/>
                  </a:moveTo>
                  <a:lnTo>
                    <a:pt x="1" y="5658"/>
                  </a:lnTo>
                  <a:lnTo>
                    <a:pt x="794" y="5658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8"/>
            <p:cNvSpPr/>
            <p:nvPr/>
          </p:nvSpPr>
          <p:spPr>
            <a:xfrm>
              <a:off x="5528975" y="2072875"/>
              <a:ext cx="262525" cy="116200"/>
            </a:xfrm>
            <a:custGeom>
              <a:rect b="b" l="l" r="r" t="t"/>
              <a:pathLst>
                <a:path extrusionOk="0" h="4648" w="10501">
                  <a:moveTo>
                    <a:pt x="10428" y="1"/>
                  </a:moveTo>
                  <a:cubicBezTo>
                    <a:pt x="10411" y="1"/>
                    <a:pt x="10395" y="6"/>
                    <a:pt x="10385" y="16"/>
                  </a:cubicBezTo>
                  <a:lnTo>
                    <a:pt x="6969" y="2914"/>
                  </a:lnTo>
                  <a:lnTo>
                    <a:pt x="5848" y="2131"/>
                  </a:lnTo>
                  <a:cubicBezTo>
                    <a:pt x="5832" y="2121"/>
                    <a:pt x="5816" y="2115"/>
                    <a:pt x="5801" y="2115"/>
                  </a:cubicBezTo>
                  <a:cubicBezTo>
                    <a:pt x="5785" y="2115"/>
                    <a:pt x="5769" y="2121"/>
                    <a:pt x="5753" y="2131"/>
                  </a:cubicBezTo>
                  <a:lnTo>
                    <a:pt x="3828" y="3612"/>
                  </a:lnTo>
                  <a:lnTo>
                    <a:pt x="2739" y="2713"/>
                  </a:lnTo>
                  <a:cubicBezTo>
                    <a:pt x="2729" y="2702"/>
                    <a:pt x="2713" y="2697"/>
                    <a:pt x="2697" y="2697"/>
                  </a:cubicBezTo>
                  <a:cubicBezTo>
                    <a:pt x="2681" y="2697"/>
                    <a:pt x="2665" y="2702"/>
                    <a:pt x="2655" y="2713"/>
                  </a:cubicBezTo>
                  <a:lnTo>
                    <a:pt x="32" y="4542"/>
                  </a:lnTo>
                  <a:cubicBezTo>
                    <a:pt x="1" y="4563"/>
                    <a:pt x="1" y="4595"/>
                    <a:pt x="22" y="4627"/>
                  </a:cubicBezTo>
                  <a:cubicBezTo>
                    <a:pt x="32" y="4637"/>
                    <a:pt x="53" y="4648"/>
                    <a:pt x="75" y="4648"/>
                  </a:cubicBezTo>
                  <a:cubicBezTo>
                    <a:pt x="85" y="4648"/>
                    <a:pt x="106" y="4637"/>
                    <a:pt x="117" y="4637"/>
                  </a:cubicBezTo>
                  <a:lnTo>
                    <a:pt x="2686" y="2840"/>
                  </a:lnTo>
                  <a:lnTo>
                    <a:pt x="3776" y="3728"/>
                  </a:lnTo>
                  <a:cubicBezTo>
                    <a:pt x="3791" y="3739"/>
                    <a:pt x="3810" y="3744"/>
                    <a:pt x="3827" y="3744"/>
                  </a:cubicBezTo>
                  <a:cubicBezTo>
                    <a:pt x="3844" y="3744"/>
                    <a:pt x="3860" y="3739"/>
                    <a:pt x="3871" y="3728"/>
                  </a:cubicBezTo>
                  <a:lnTo>
                    <a:pt x="5806" y="2258"/>
                  </a:lnTo>
                  <a:lnTo>
                    <a:pt x="6927" y="3041"/>
                  </a:lnTo>
                  <a:cubicBezTo>
                    <a:pt x="6943" y="3051"/>
                    <a:pt x="6958" y="3056"/>
                    <a:pt x="6974" y="3056"/>
                  </a:cubicBezTo>
                  <a:cubicBezTo>
                    <a:pt x="6990" y="3056"/>
                    <a:pt x="7006" y="3051"/>
                    <a:pt x="7022" y="3041"/>
                  </a:cubicBezTo>
                  <a:lnTo>
                    <a:pt x="10480" y="101"/>
                  </a:lnTo>
                  <a:cubicBezTo>
                    <a:pt x="10501" y="69"/>
                    <a:pt x="10501" y="38"/>
                    <a:pt x="10480" y="16"/>
                  </a:cubicBezTo>
                  <a:cubicBezTo>
                    <a:pt x="10464" y="6"/>
                    <a:pt x="10445" y="1"/>
                    <a:pt x="104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8"/>
            <p:cNvSpPr/>
            <p:nvPr/>
          </p:nvSpPr>
          <p:spPr>
            <a:xfrm>
              <a:off x="5821625" y="2092050"/>
              <a:ext cx="16150" cy="16150"/>
            </a:xfrm>
            <a:custGeom>
              <a:rect b="b" l="l" r="r" t="t"/>
              <a:pathLst>
                <a:path extrusionOk="0" h="646" w="646">
                  <a:moveTo>
                    <a:pt x="0" y="0"/>
                  </a:moveTo>
                  <a:lnTo>
                    <a:pt x="0" y="645"/>
                  </a:lnTo>
                  <a:lnTo>
                    <a:pt x="645" y="645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8"/>
            <p:cNvSpPr/>
            <p:nvPr/>
          </p:nvSpPr>
          <p:spPr>
            <a:xfrm>
              <a:off x="5821625" y="2127200"/>
              <a:ext cx="16150" cy="15875"/>
            </a:xfrm>
            <a:custGeom>
              <a:rect b="b" l="l" r="r" t="t"/>
              <a:pathLst>
                <a:path extrusionOk="0" h="635" w="646">
                  <a:moveTo>
                    <a:pt x="0" y="1"/>
                  </a:moveTo>
                  <a:lnTo>
                    <a:pt x="0" y="635"/>
                  </a:lnTo>
                  <a:lnTo>
                    <a:pt x="645" y="635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5821625" y="2162100"/>
              <a:ext cx="16150" cy="16150"/>
            </a:xfrm>
            <a:custGeom>
              <a:rect b="b" l="l" r="r" t="t"/>
              <a:pathLst>
                <a:path extrusionOk="0" h="646" w="646">
                  <a:moveTo>
                    <a:pt x="0" y="0"/>
                  </a:moveTo>
                  <a:lnTo>
                    <a:pt x="0" y="645"/>
                  </a:lnTo>
                  <a:lnTo>
                    <a:pt x="645" y="645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5821625" y="2197250"/>
              <a:ext cx="16150" cy="15900"/>
            </a:xfrm>
            <a:custGeom>
              <a:rect b="b" l="l" r="r" t="t"/>
              <a:pathLst>
                <a:path extrusionOk="0" h="636" w="646">
                  <a:moveTo>
                    <a:pt x="0" y="1"/>
                  </a:moveTo>
                  <a:lnTo>
                    <a:pt x="0" y="635"/>
                  </a:lnTo>
                  <a:lnTo>
                    <a:pt x="645" y="635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5821625" y="2232150"/>
              <a:ext cx="16150" cy="15875"/>
            </a:xfrm>
            <a:custGeom>
              <a:rect b="b" l="l" r="r" t="t"/>
              <a:pathLst>
                <a:path extrusionOk="0" h="635" w="646">
                  <a:moveTo>
                    <a:pt x="0" y="1"/>
                  </a:moveTo>
                  <a:lnTo>
                    <a:pt x="0" y="635"/>
                  </a:lnTo>
                  <a:lnTo>
                    <a:pt x="645" y="635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8"/>
            <p:cNvSpPr/>
            <p:nvPr/>
          </p:nvSpPr>
          <p:spPr>
            <a:xfrm>
              <a:off x="4616950" y="1859675"/>
              <a:ext cx="251950" cy="250900"/>
            </a:xfrm>
            <a:custGeom>
              <a:rect b="b" l="l" r="r" t="t"/>
              <a:pathLst>
                <a:path extrusionOk="0" h="10036" w="10078">
                  <a:moveTo>
                    <a:pt x="74" y="0"/>
                  </a:moveTo>
                  <a:cubicBezTo>
                    <a:pt x="32" y="0"/>
                    <a:pt x="0" y="32"/>
                    <a:pt x="0" y="74"/>
                  </a:cubicBezTo>
                  <a:lnTo>
                    <a:pt x="0" y="9961"/>
                  </a:lnTo>
                  <a:cubicBezTo>
                    <a:pt x="0" y="10004"/>
                    <a:pt x="32" y="10035"/>
                    <a:pt x="74" y="10035"/>
                  </a:cubicBezTo>
                  <a:lnTo>
                    <a:pt x="10003" y="10035"/>
                  </a:lnTo>
                  <a:cubicBezTo>
                    <a:pt x="10046" y="10035"/>
                    <a:pt x="10077" y="10004"/>
                    <a:pt x="10077" y="9961"/>
                  </a:cubicBezTo>
                  <a:cubicBezTo>
                    <a:pt x="10077" y="9930"/>
                    <a:pt x="10046" y="9898"/>
                    <a:pt x="10003" y="9898"/>
                  </a:cubicBezTo>
                  <a:lnTo>
                    <a:pt x="138" y="9898"/>
                  </a:lnTo>
                  <a:lnTo>
                    <a:pt x="138" y="74"/>
                  </a:lnTo>
                  <a:cubicBezTo>
                    <a:pt x="138" y="32"/>
                    <a:pt x="106" y="0"/>
                    <a:pt x="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8"/>
            <p:cNvSpPr/>
            <p:nvPr/>
          </p:nvSpPr>
          <p:spPr>
            <a:xfrm>
              <a:off x="4612700" y="1855175"/>
              <a:ext cx="12200" cy="12175"/>
            </a:xfrm>
            <a:custGeom>
              <a:rect b="b" l="l" r="r" t="t"/>
              <a:pathLst>
                <a:path extrusionOk="0" h="487" w="488">
                  <a:moveTo>
                    <a:pt x="244" y="1"/>
                  </a:moveTo>
                  <a:cubicBezTo>
                    <a:pt x="107" y="1"/>
                    <a:pt x="1" y="106"/>
                    <a:pt x="1" y="244"/>
                  </a:cubicBezTo>
                  <a:cubicBezTo>
                    <a:pt x="1" y="371"/>
                    <a:pt x="107" y="487"/>
                    <a:pt x="244" y="487"/>
                  </a:cubicBezTo>
                  <a:cubicBezTo>
                    <a:pt x="371" y="487"/>
                    <a:pt x="487" y="371"/>
                    <a:pt x="487" y="244"/>
                  </a:cubicBezTo>
                  <a:cubicBezTo>
                    <a:pt x="487" y="106"/>
                    <a:pt x="371" y="1"/>
                    <a:pt x="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4860950" y="2102625"/>
              <a:ext cx="12175" cy="12175"/>
            </a:xfrm>
            <a:custGeom>
              <a:rect b="b" l="l" r="r" t="t"/>
              <a:pathLst>
                <a:path extrusionOk="0" h="487" w="487">
                  <a:moveTo>
                    <a:pt x="243" y="0"/>
                  </a:moveTo>
                  <a:cubicBezTo>
                    <a:pt x="106" y="0"/>
                    <a:pt x="0" y="116"/>
                    <a:pt x="0" y="243"/>
                  </a:cubicBezTo>
                  <a:cubicBezTo>
                    <a:pt x="0" y="381"/>
                    <a:pt x="106" y="487"/>
                    <a:pt x="243" y="487"/>
                  </a:cubicBezTo>
                  <a:cubicBezTo>
                    <a:pt x="381" y="487"/>
                    <a:pt x="487" y="381"/>
                    <a:pt x="487" y="243"/>
                  </a:cubicBezTo>
                  <a:cubicBezTo>
                    <a:pt x="487" y="116"/>
                    <a:pt x="381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5831675" y="2066675"/>
              <a:ext cx="12175" cy="12175"/>
            </a:xfrm>
            <a:custGeom>
              <a:rect b="b" l="l" r="r" t="t"/>
              <a:pathLst>
                <a:path extrusionOk="0" h="487" w="487">
                  <a:moveTo>
                    <a:pt x="243" y="0"/>
                  </a:moveTo>
                  <a:cubicBezTo>
                    <a:pt x="116" y="0"/>
                    <a:pt x="0" y="116"/>
                    <a:pt x="0" y="243"/>
                  </a:cubicBezTo>
                  <a:cubicBezTo>
                    <a:pt x="0" y="381"/>
                    <a:pt x="116" y="486"/>
                    <a:pt x="243" y="486"/>
                  </a:cubicBezTo>
                  <a:cubicBezTo>
                    <a:pt x="381" y="486"/>
                    <a:pt x="487" y="381"/>
                    <a:pt x="487" y="243"/>
                  </a:cubicBezTo>
                  <a:cubicBezTo>
                    <a:pt x="487" y="106"/>
                    <a:pt x="381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4892400" y="1974150"/>
              <a:ext cx="101800" cy="293175"/>
            </a:xfrm>
            <a:custGeom>
              <a:rect b="b" l="l" r="r" t="t"/>
              <a:pathLst>
                <a:path extrusionOk="0" h="11727" w="4072">
                  <a:moveTo>
                    <a:pt x="1143" y="0"/>
                  </a:moveTo>
                  <a:cubicBezTo>
                    <a:pt x="466" y="296"/>
                    <a:pt x="1" y="909"/>
                    <a:pt x="1" y="1618"/>
                  </a:cubicBezTo>
                  <a:cubicBezTo>
                    <a:pt x="1" y="2316"/>
                    <a:pt x="445" y="2919"/>
                    <a:pt x="1090" y="3225"/>
                  </a:cubicBezTo>
                  <a:lnTo>
                    <a:pt x="1100" y="8502"/>
                  </a:lnTo>
                  <a:cubicBezTo>
                    <a:pt x="445" y="8808"/>
                    <a:pt x="1" y="9411"/>
                    <a:pt x="1" y="10109"/>
                  </a:cubicBezTo>
                  <a:cubicBezTo>
                    <a:pt x="1" y="10818"/>
                    <a:pt x="466" y="11431"/>
                    <a:pt x="1143" y="11727"/>
                  </a:cubicBezTo>
                  <a:lnTo>
                    <a:pt x="1143" y="9750"/>
                  </a:lnTo>
                  <a:lnTo>
                    <a:pt x="2930" y="9750"/>
                  </a:lnTo>
                  <a:lnTo>
                    <a:pt x="2930" y="11727"/>
                  </a:lnTo>
                  <a:cubicBezTo>
                    <a:pt x="3596" y="11431"/>
                    <a:pt x="4072" y="10818"/>
                    <a:pt x="4072" y="10109"/>
                  </a:cubicBezTo>
                  <a:cubicBezTo>
                    <a:pt x="4072" y="9411"/>
                    <a:pt x="3617" y="8808"/>
                    <a:pt x="2972" y="8502"/>
                  </a:cubicBezTo>
                  <a:lnTo>
                    <a:pt x="2972" y="3225"/>
                  </a:lnTo>
                  <a:cubicBezTo>
                    <a:pt x="3617" y="2919"/>
                    <a:pt x="4061" y="2316"/>
                    <a:pt x="4061" y="1618"/>
                  </a:cubicBezTo>
                  <a:cubicBezTo>
                    <a:pt x="4061" y="909"/>
                    <a:pt x="3596" y="296"/>
                    <a:pt x="2919" y="0"/>
                  </a:cubicBezTo>
                  <a:lnTo>
                    <a:pt x="2919" y="1977"/>
                  </a:lnTo>
                  <a:lnTo>
                    <a:pt x="1143" y="1977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ftware Engineer Portfolio by Slidesgo">
  <a:themeElements>
    <a:clrScheme name="Simple Light">
      <a:dk1>
        <a:srgbClr val="070E49"/>
      </a:dk1>
      <a:lt1>
        <a:srgbClr val="FFFFFF"/>
      </a:lt1>
      <a:dk2>
        <a:srgbClr val="DED7FF"/>
      </a:dk2>
      <a:lt2>
        <a:srgbClr val="B19CFE"/>
      </a:lt2>
      <a:accent1>
        <a:srgbClr val="542FD0"/>
      </a:accent1>
      <a:accent2>
        <a:srgbClr val="F61B93"/>
      </a:accent2>
      <a:accent3>
        <a:srgbClr val="FFC655"/>
      </a:accent3>
      <a:accent4>
        <a:srgbClr val="FFFFFF"/>
      </a:accent4>
      <a:accent5>
        <a:srgbClr val="FFFFFF"/>
      </a:accent5>
      <a:accent6>
        <a:srgbClr val="FFFFFF"/>
      </a:accent6>
      <a:hlink>
        <a:srgbClr val="070E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